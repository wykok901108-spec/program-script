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7" Type="http://schemas.microsoft.com/office/2020/02/relationships/classificationlabels" Target="docMetadata/LabelInfo.xml"/><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14"/>
  </p:notesMasterIdLst>
  <p:handoutMasterIdLst>
    <p:handoutMasterId r:id="rId15"/>
  </p:handoutMasterIdLst>
  <p:sldIdLst>
    <p:sldId id="413" r:id="rId5"/>
    <p:sldId id="501" r:id="rId6"/>
    <p:sldId id="503" r:id="rId7"/>
    <p:sldId id="502" r:id="rId8"/>
    <p:sldId id="504" r:id="rId9"/>
    <p:sldId id="505" r:id="rId10"/>
    <p:sldId id="506" r:id="rId11"/>
    <p:sldId id="272" r:id="rId12"/>
    <p:sldId id="482"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2D5ABB26-0587-4C30-8999-92F81FD0307C}">
  <a:tblStyle styleId="{4E593CDB-78BB-4C36-AB3B-2C4E9E50D230}" styleName="Micron">
    <a:wholeTbl>
      <a:tcTxStyle>
        <a:fontRef idx="minor"/>
        <a:schemeClr val="tx1"/>
      </a:tcTxStyle>
      <a:tcStyle>
        <a:tcBdr>
          <a:left>
            <a:ln>
              <a:noFill/>
            </a:ln>
          </a:left>
          <a:right>
            <a:ln>
              <a:noFill/>
            </a:ln>
          </a:right>
          <a:top>
            <a:ln w="6350">
              <a:solidFill>
                <a:schemeClr val="tx1"/>
              </a:solidFill>
            </a:ln>
          </a:top>
          <a:bottom>
            <a:ln w="6350">
              <a:solidFill>
                <a:schemeClr val="tx1"/>
              </a:solidFill>
            </a:ln>
          </a:bottom>
          <a:insideH>
            <a:ln w="6350">
              <a:solidFill>
                <a:schemeClr val="tx1"/>
              </a:solidFill>
            </a:ln>
          </a:insideH>
          <a:insideV>
            <a:ln>
              <a:noFill/>
            </a:ln>
          </a:insideV>
        </a:tcBdr>
        <a:fill>
          <a:noFill/>
        </a:fill>
      </a:tcStyle>
    </a:wholeTbl>
    <a:band1H>
      <a:tcStyle>
        <a:tcBdr>
          <a:top>
            <a:ln>
              <a:noFill/>
            </a:ln>
          </a:top>
          <a:bottom>
            <a:ln>
              <a:noFill/>
            </a:ln>
          </a:bottom>
        </a:tcBdr>
        <a:fill>
          <a:noFill/>
        </a:fill>
      </a:tcStyle>
    </a:band1H>
    <a:band2H>
      <a:tcStyle>
        <a:tcBdr>
          <a:top>
            <a:ln>
              <a:noFill/>
            </a:ln>
          </a:top>
          <a:bottom>
            <a:ln>
              <a:noFill/>
            </a:ln>
          </a:bottom>
        </a:tcBdr>
        <a:fill>
          <a:solidFill>
            <a:schemeClr val="tx1">
              <a:alpha val="5000"/>
            </a:schemeClr>
          </a:solidFill>
        </a:fill>
      </a:tcStyle>
    </a:band2H>
    <a:lastCol>
      <a:tcTxStyle b="on">
        <a:fontRef idx="minor"/>
        <a:schemeClr val="tx1"/>
      </a:tcTxStyle>
      <a:tcStyle>
        <a:tcBdr/>
      </a:tcStyle>
    </a:lastCol>
    <a:firstCol>
      <a:tcTxStyle b="on">
        <a:fontRef idx="minor"/>
        <a:schemeClr val="tx1"/>
      </a:tcTxStyle>
      <a:tcStyle>
        <a:tcBdr/>
      </a:tcStyle>
    </a:firstCol>
    <a:lastRow>
      <a:tcTxStyle b="on">
        <a:fontRef idx="minor"/>
        <a:schemeClr val="tx1"/>
      </a:tcTxStyle>
      <a:tcStyle>
        <a:tcBdr>
          <a:top>
            <a:ln w="19050">
              <a:solidFill>
                <a:schemeClr val="tx1"/>
              </a:solidFill>
            </a:ln>
          </a:top>
          <a:bottom>
            <a:ln>
              <a:noFill/>
            </a:ln>
          </a:bottom>
        </a:tcBdr>
        <a:fill>
          <a:noFill/>
        </a:fill>
      </a:tcStyle>
    </a:lastRow>
    <a:firstRow>
      <a:tcTxStyle b="on">
        <a:fontRef idx="minor"/>
        <a:schemeClr val="bg1"/>
      </a:tcTxStyle>
      <a:tcStyle>
        <a:tcBdr>
          <a:top>
            <a:ln>
              <a:noFill/>
            </a:ln>
          </a:top>
          <a:bottom>
            <a:ln>
              <a:noFill/>
            </a:ln>
          </a:bottom>
        </a:tcBdr>
        <a:fill>
          <a:solidFill>
            <a:schemeClr val="tx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685" autoAdjust="0"/>
  </p:normalViewPr>
  <p:slideViewPr>
    <p:cSldViewPr snapToGrid="0" showGuides="1">
      <p:cViewPr varScale="1">
        <p:scale>
          <a:sx n="62" d="100"/>
          <a:sy n="62" d="100"/>
        </p:scale>
        <p:origin x="828" y="268"/>
      </p:cViewPr>
      <p:guideLst/>
    </p:cSldViewPr>
  </p:slideViewPr>
  <p:notesTextViewPr>
    <p:cViewPr>
      <p:scale>
        <a:sx n="1" d="1"/>
        <a:sy n="1" d="1"/>
      </p:scale>
      <p:origin x="0" y="0"/>
    </p:cViewPr>
  </p:notesTextViewPr>
  <p:sorterViewPr>
    <p:cViewPr>
      <p:scale>
        <a:sx n="1" d="1"/>
        <a:sy n="1" d="1"/>
      </p:scale>
      <p:origin x="0" y="-15144"/>
    </p:cViewPr>
  </p:sorterViewPr>
  <p:notesViewPr>
    <p:cSldViewPr snapToGrid="0" showGuides="1">
      <p:cViewPr varScale="1">
        <p:scale>
          <a:sx n="166" d="100"/>
          <a:sy n="166" d="100"/>
        </p:scale>
        <p:origin x="6672" y="19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27B2286-4689-42DB-B23D-56513F1BFBA1}" type="doc">
      <dgm:prSet loTypeId="urn:microsoft.com/office/officeart/2005/8/layout/hProcess4" loCatId="process" qsTypeId="urn:microsoft.com/office/officeart/2005/8/quickstyle/simple1" qsCatId="simple" csTypeId="urn:microsoft.com/office/officeart/2005/8/colors/accent1_2" csCatId="accent1" phldr="1"/>
      <dgm:spPr/>
      <dgm:t>
        <a:bodyPr/>
        <a:lstStyle/>
        <a:p>
          <a:endParaRPr lang="en-US"/>
        </a:p>
      </dgm:t>
    </dgm:pt>
    <dgm:pt modelId="{2AF76437-E33B-4A0E-B50B-D3245B238DE9}">
      <dgm:prSet phldrT="[Text]"/>
      <dgm:spPr/>
      <dgm:t>
        <a:bodyPr/>
        <a:lstStyle/>
        <a:p>
          <a:r>
            <a:rPr lang="en-US" dirty="0"/>
            <a:t>Output form change from email to excel for data processing</a:t>
          </a:r>
        </a:p>
      </dgm:t>
    </dgm:pt>
    <dgm:pt modelId="{DFC7C844-12D4-4505-AE3C-24BEE6F40290}" type="parTrans" cxnId="{93E4E8F2-AFE8-4609-8357-9C5F99AF3327}">
      <dgm:prSet/>
      <dgm:spPr/>
      <dgm:t>
        <a:bodyPr/>
        <a:lstStyle/>
        <a:p>
          <a:endParaRPr lang="en-US"/>
        </a:p>
      </dgm:t>
    </dgm:pt>
    <dgm:pt modelId="{DD693A7E-CDEA-4F8C-A971-71C9BFFBA375}" type="sibTrans" cxnId="{93E4E8F2-AFE8-4609-8357-9C5F99AF3327}">
      <dgm:prSet/>
      <dgm:spPr/>
      <dgm:t>
        <a:bodyPr/>
        <a:lstStyle/>
        <a:p>
          <a:endParaRPr lang="en-US"/>
        </a:p>
      </dgm:t>
    </dgm:pt>
    <dgm:pt modelId="{D03F41BF-C81E-4C62-BE32-55582CFDBF6E}">
      <dgm:prSet phldrT="[Text]" custT="1"/>
      <dgm:spPr/>
      <dgm:t>
        <a:bodyPr/>
        <a:lstStyle/>
        <a:p>
          <a:r>
            <a:rPr lang="en-US" sz="1600" dirty="0"/>
            <a:t>Modified </a:t>
          </a:r>
          <a:r>
            <a:rPr lang="en-US" sz="1600" dirty="0" err="1"/>
            <a:t>Yifeng’s</a:t>
          </a:r>
          <a:r>
            <a:rPr lang="en-US" sz="1600" dirty="0"/>
            <a:t> “</a:t>
          </a:r>
          <a:r>
            <a:rPr lang="en-US" sz="1600" dirty="0" err="1"/>
            <a:t>blacklist_inventory_monitoring</a:t>
          </a:r>
          <a:r>
            <a:rPr lang="en-US" sz="1600" dirty="0"/>
            <a:t>” to my “blacklist_inventory_monitoring_excel_msb_mmp.py”</a:t>
          </a:r>
        </a:p>
      </dgm:t>
    </dgm:pt>
    <dgm:pt modelId="{291AC74A-53DF-42E0-B145-94472D2D3B66}" type="parTrans" cxnId="{1A864C00-3F20-49A4-AC14-08EF687C6DD6}">
      <dgm:prSet/>
      <dgm:spPr/>
      <dgm:t>
        <a:bodyPr/>
        <a:lstStyle/>
        <a:p>
          <a:endParaRPr lang="en-US"/>
        </a:p>
      </dgm:t>
    </dgm:pt>
    <dgm:pt modelId="{160DFF0D-AEB0-44CE-B0C2-AD1A3F1C6895}" type="sibTrans" cxnId="{1A864C00-3F20-49A4-AC14-08EF687C6DD6}">
      <dgm:prSet/>
      <dgm:spPr/>
      <dgm:t>
        <a:bodyPr/>
        <a:lstStyle/>
        <a:p>
          <a:endParaRPr lang="en-US"/>
        </a:p>
      </dgm:t>
    </dgm:pt>
    <dgm:pt modelId="{E2F8D6B5-1EDC-4611-B49F-F4860E9F5885}">
      <dgm:prSet phldrT="[Text]" phldr="0"/>
      <dgm:spPr/>
      <dgm:t>
        <a:bodyPr/>
        <a:lstStyle/>
        <a:p>
          <a:r>
            <a:rPr lang="en-US" dirty="0"/>
            <a:t>JIRA Issue Created</a:t>
          </a:r>
        </a:p>
      </dgm:t>
    </dgm:pt>
    <dgm:pt modelId="{47E136DC-F68F-4547-B394-F7DF1404A4ED}" type="parTrans" cxnId="{B9298FE8-993A-4ADA-84A7-52813229507B}">
      <dgm:prSet/>
      <dgm:spPr/>
      <dgm:t>
        <a:bodyPr/>
        <a:lstStyle/>
        <a:p>
          <a:endParaRPr lang="en-US"/>
        </a:p>
      </dgm:t>
    </dgm:pt>
    <dgm:pt modelId="{173B2898-CFAF-4137-8E74-A388DAAA2F44}" type="sibTrans" cxnId="{B9298FE8-993A-4ADA-84A7-52813229507B}">
      <dgm:prSet/>
      <dgm:spPr/>
      <dgm:t>
        <a:bodyPr/>
        <a:lstStyle/>
        <a:p>
          <a:endParaRPr lang="en-US"/>
        </a:p>
      </dgm:t>
    </dgm:pt>
    <dgm:pt modelId="{E03E1A30-3005-4258-B35D-B25811D274B1}">
      <dgm:prSet phldrT="[Text]" phldr="0"/>
      <dgm:spPr/>
      <dgm:t>
        <a:bodyPr/>
        <a:lstStyle/>
        <a:p>
          <a:r>
            <a:rPr lang="en-US" dirty="0"/>
            <a:t>Create REST API script to check the unqualified material then request server to create JIRA Issue </a:t>
          </a:r>
        </a:p>
      </dgm:t>
    </dgm:pt>
    <dgm:pt modelId="{D6AEEF2A-F532-4721-A390-CEDD06969ED4}" type="parTrans" cxnId="{0F12CDAB-DBA7-47B8-AD05-2A41EB830E2E}">
      <dgm:prSet/>
      <dgm:spPr/>
      <dgm:t>
        <a:bodyPr/>
        <a:lstStyle/>
        <a:p>
          <a:endParaRPr lang="en-US"/>
        </a:p>
      </dgm:t>
    </dgm:pt>
    <dgm:pt modelId="{3BA0C6C2-0C94-4D4C-9185-F2946B7950F8}" type="sibTrans" cxnId="{0F12CDAB-DBA7-47B8-AD05-2A41EB830E2E}">
      <dgm:prSet/>
      <dgm:spPr/>
      <dgm:t>
        <a:bodyPr/>
        <a:lstStyle/>
        <a:p>
          <a:endParaRPr lang="en-US"/>
        </a:p>
      </dgm:t>
    </dgm:pt>
    <dgm:pt modelId="{76780F0A-115B-4587-BBC8-9348A08FA024}">
      <dgm:prSet phldrT="[Text]" phldr="0"/>
      <dgm:spPr/>
      <dgm:t>
        <a:bodyPr/>
        <a:lstStyle/>
        <a:p>
          <a:r>
            <a:rPr lang="en-US" dirty="0"/>
            <a:t>Wee Yap will assign the JIRA Issue project to team member</a:t>
          </a:r>
        </a:p>
      </dgm:t>
    </dgm:pt>
    <dgm:pt modelId="{9690B47B-9454-4F99-B220-05AD0DA8F8EE}" type="parTrans" cxnId="{CB132754-A8CE-49E2-BA2E-5B27E0E4F170}">
      <dgm:prSet/>
      <dgm:spPr/>
      <dgm:t>
        <a:bodyPr/>
        <a:lstStyle/>
        <a:p>
          <a:endParaRPr lang="en-US"/>
        </a:p>
      </dgm:t>
    </dgm:pt>
    <dgm:pt modelId="{8586DFA3-1EDB-4570-AAE9-780BFE22DBCD}" type="sibTrans" cxnId="{CB132754-A8CE-49E2-BA2E-5B27E0E4F170}">
      <dgm:prSet/>
      <dgm:spPr/>
      <dgm:t>
        <a:bodyPr/>
        <a:lstStyle/>
        <a:p>
          <a:endParaRPr lang="en-US"/>
        </a:p>
      </dgm:t>
    </dgm:pt>
    <dgm:pt modelId="{67E14BFE-9825-41C4-8D75-CDE886763485}">
      <dgm:prSet phldrT="[Text]" phldr="0"/>
      <dgm:spPr/>
      <dgm:t>
        <a:bodyPr/>
        <a:lstStyle/>
        <a:p>
          <a:r>
            <a:rPr lang="en-US" dirty="0"/>
            <a:t>Automation email sent out to inform </a:t>
          </a:r>
          <a:r>
            <a:rPr lang="en-US" dirty="0" err="1"/>
            <a:t>Spectek</a:t>
          </a:r>
          <a:r>
            <a:rPr lang="en-US" dirty="0"/>
            <a:t> MSB Engineering once JIRA Issue is created through the script.</a:t>
          </a:r>
        </a:p>
      </dgm:t>
    </dgm:pt>
    <dgm:pt modelId="{877E4F59-2D07-4D50-B06D-FC3736579F52}" type="parTrans" cxnId="{44D535AF-235D-4B1C-8F83-C967FAFB6FB8}">
      <dgm:prSet/>
      <dgm:spPr/>
      <dgm:t>
        <a:bodyPr/>
        <a:lstStyle/>
        <a:p>
          <a:endParaRPr lang="en-US"/>
        </a:p>
      </dgm:t>
    </dgm:pt>
    <dgm:pt modelId="{9B157472-0BE1-4445-B208-49E756309E3E}" type="sibTrans" cxnId="{44D535AF-235D-4B1C-8F83-C967FAFB6FB8}">
      <dgm:prSet/>
      <dgm:spPr/>
      <dgm:t>
        <a:bodyPr/>
        <a:lstStyle/>
        <a:p>
          <a:endParaRPr lang="en-US"/>
        </a:p>
      </dgm:t>
    </dgm:pt>
    <dgm:pt modelId="{4A056CF8-6EAF-44C0-B286-E410EAC50039}">
      <dgm:prSet phldrT="[Text]" phldr="0"/>
      <dgm:spPr/>
      <dgm:t>
        <a:bodyPr/>
        <a:lstStyle/>
        <a:p>
          <a:r>
            <a:rPr lang="en-US" dirty="0"/>
            <a:t>More program information will be included in email.</a:t>
          </a:r>
        </a:p>
      </dgm:t>
    </dgm:pt>
    <dgm:pt modelId="{389E137F-4E14-4640-BA8A-BAA5100DC857}" type="parTrans" cxnId="{62F43F80-ECC2-4FC3-931F-05B35633A106}">
      <dgm:prSet/>
      <dgm:spPr/>
      <dgm:t>
        <a:bodyPr/>
        <a:lstStyle/>
        <a:p>
          <a:endParaRPr lang="en-US"/>
        </a:p>
      </dgm:t>
    </dgm:pt>
    <dgm:pt modelId="{466DD9E2-EF90-4445-BCF1-7B193ED86AF1}" type="sibTrans" cxnId="{62F43F80-ECC2-4FC3-931F-05B35633A106}">
      <dgm:prSet/>
      <dgm:spPr/>
      <dgm:t>
        <a:bodyPr/>
        <a:lstStyle/>
        <a:p>
          <a:endParaRPr lang="en-US"/>
        </a:p>
      </dgm:t>
    </dgm:pt>
    <dgm:pt modelId="{BE5693B1-9FA0-44CB-A20F-766DB2D77029}">
      <dgm:prSet phldrT="[Text]" custT="1"/>
      <dgm:spPr/>
      <dgm:t>
        <a:bodyPr/>
        <a:lstStyle/>
        <a:p>
          <a:r>
            <a:rPr lang="en-US" sz="1600" dirty="0"/>
            <a:t>Running once a day</a:t>
          </a:r>
        </a:p>
      </dgm:t>
    </dgm:pt>
    <dgm:pt modelId="{78C06F1D-6DA4-426D-882B-89EAFDE8CFFC}" type="parTrans" cxnId="{12D87D40-9B4A-4823-A1FE-A36A4177FA29}">
      <dgm:prSet/>
      <dgm:spPr/>
      <dgm:t>
        <a:bodyPr/>
        <a:lstStyle/>
        <a:p>
          <a:endParaRPr lang="en-US"/>
        </a:p>
      </dgm:t>
    </dgm:pt>
    <dgm:pt modelId="{6BCC03E6-02FA-4C8A-B766-F06989D1DA45}" type="sibTrans" cxnId="{12D87D40-9B4A-4823-A1FE-A36A4177FA29}">
      <dgm:prSet/>
      <dgm:spPr/>
      <dgm:t>
        <a:bodyPr/>
        <a:lstStyle/>
        <a:p>
          <a:endParaRPr lang="en-US"/>
        </a:p>
      </dgm:t>
    </dgm:pt>
    <dgm:pt modelId="{022565E5-704B-4656-AEF2-EACF69F597F1}">
      <dgm:prSet phldrT="[Text]" phldr="0"/>
      <dgm:spPr/>
      <dgm:t>
        <a:bodyPr/>
        <a:lstStyle/>
        <a:p>
          <a:r>
            <a:rPr lang="en-US" dirty="0"/>
            <a:t>Running once a day after 60min of inventory script</a:t>
          </a:r>
        </a:p>
      </dgm:t>
    </dgm:pt>
    <dgm:pt modelId="{CD8A057B-141E-4A6B-98F0-5EB55133535C}" type="parTrans" cxnId="{98629281-579E-4BA7-9B39-B24889DD899E}">
      <dgm:prSet/>
      <dgm:spPr/>
      <dgm:t>
        <a:bodyPr/>
        <a:lstStyle/>
        <a:p>
          <a:endParaRPr lang="en-US"/>
        </a:p>
      </dgm:t>
    </dgm:pt>
    <dgm:pt modelId="{14F22C74-47D7-4957-929B-96EDE0708251}" type="sibTrans" cxnId="{98629281-579E-4BA7-9B39-B24889DD899E}">
      <dgm:prSet/>
      <dgm:spPr/>
      <dgm:t>
        <a:bodyPr/>
        <a:lstStyle/>
        <a:p>
          <a:endParaRPr lang="en-US"/>
        </a:p>
      </dgm:t>
    </dgm:pt>
    <dgm:pt modelId="{A1EC9266-F56A-467F-80DE-38989ACD3975}" type="pres">
      <dgm:prSet presAssocID="{A27B2286-4689-42DB-B23D-56513F1BFBA1}" presName="Name0" presStyleCnt="0">
        <dgm:presLayoutVars>
          <dgm:dir/>
          <dgm:animLvl val="lvl"/>
          <dgm:resizeHandles val="exact"/>
        </dgm:presLayoutVars>
      </dgm:prSet>
      <dgm:spPr/>
    </dgm:pt>
    <dgm:pt modelId="{EA6B4019-CA0E-44D3-BE56-A26412865CE5}" type="pres">
      <dgm:prSet presAssocID="{A27B2286-4689-42DB-B23D-56513F1BFBA1}" presName="tSp" presStyleCnt="0"/>
      <dgm:spPr/>
    </dgm:pt>
    <dgm:pt modelId="{4ACA74F7-8A0C-440E-9289-C63F4010A241}" type="pres">
      <dgm:prSet presAssocID="{A27B2286-4689-42DB-B23D-56513F1BFBA1}" presName="bSp" presStyleCnt="0"/>
      <dgm:spPr/>
    </dgm:pt>
    <dgm:pt modelId="{9F261A83-1618-4D2E-876C-7880B5735F09}" type="pres">
      <dgm:prSet presAssocID="{A27B2286-4689-42DB-B23D-56513F1BFBA1}" presName="process" presStyleCnt="0"/>
      <dgm:spPr/>
    </dgm:pt>
    <dgm:pt modelId="{5A10FFFB-CBCF-4BE6-9954-974389ABF781}" type="pres">
      <dgm:prSet presAssocID="{2AF76437-E33B-4A0E-B50B-D3245B238DE9}" presName="composite1" presStyleCnt="0"/>
      <dgm:spPr/>
    </dgm:pt>
    <dgm:pt modelId="{427380AB-BE44-4D4A-87C9-39CF0B3162A4}" type="pres">
      <dgm:prSet presAssocID="{2AF76437-E33B-4A0E-B50B-D3245B238DE9}" presName="dummyNode1" presStyleLbl="node1" presStyleIdx="0" presStyleCnt="3"/>
      <dgm:spPr/>
    </dgm:pt>
    <dgm:pt modelId="{2820AD46-3277-4F54-A500-50AB16BB88AF}" type="pres">
      <dgm:prSet presAssocID="{2AF76437-E33B-4A0E-B50B-D3245B238DE9}" presName="childNode1" presStyleLbl="bgAcc1" presStyleIdx="0" presStyleCnt="3">
        <dgm:presLayoutVars>
          <dgm:bulletEnabled val="1"/>
        </dgm:presLayoutVars>
      </dgm:prSet>
      <dgm:spPr/>
    </dgm:pt>
    <dgm:pt modelId="{2E74850A-80AB-4615-8727-900A15C56AE0}" type="pres">
      <dgm:prSet presAssocID="{2AF76437-E33B-4A0E-B50B-D3245B238DE9}" presName="childNode1tx" presStyleLbl="bgAcc1" presStyleIdx="0" presStyleCnt="3">
        <dgm:presLayoutVars>
          <dgm:bulletEnabled val="1"/>
        </dgm:presLayoutVars>
      </dgm:prSet>
      <dgm:spPr/>
    </dgm:pt>
    <dgm:pt modelId="{A5C4E3C1-B1FF-42F1-AA46-E5B449E2A393}" type="pres">
      <dgm:prSet presAssocID="{2AF76437-E33B-4A0E-B50B-D3245B238DE9}" presName="parentNode1" presStyleLbl="node1" presStyleIdx="0" presStyleCnt="3">
        <dgm:presLayoutVars>
          <dgm:chMax val="1"/>
          <dgm:bulletEnabled val="1"/>
        </dgm:presLayoutVars>
      </dgm:prSet>
      <dgm:spPr/>
    </dgm:pt>
    <dgm:pt modelId="{0241962F-5355-4946-A4CC-8C08BCE6EB0A}" type="pres">
      <dgm:prSet presAssocID="{2AF76437-E33B-4A0E-B50B-D3245B238DE9}" presName="connSite1" presStyleCnt="0"/>
      <dgm:spPr/>
    </dgm:pt>
    <dgm:pt modelId="{2C774382-80AA-46C0-BDE8-0C60F014923D}" type="pres">
      <dgm:prSet presAssocID="{DD693A7E-CDEA-4F8C-A971-71C9BFFBA375}" presName="Name9" presStyleLbl="sibTrans2D1" presStyleIdx="0" presStyleCnt="2"/>
      <dgm:spPr/>
    </dgm:pt>
    <dgm:pt modelId="{823ABA12-BDAC-491F-B2AD-F3D1751538E9}" type="pres">
      <dgm:prSet presAssocID="{E2F8D6B5-1EDC-4611-B49F-F4860E9F5885}" presName="composite2" presStyleCnt="0"/>
      <dgm:spPr/>
    </dgm:pt>
    <dgm:pt modelId="{89F954F4-F67E-45AA-9FA4-3ABE5DA1F77D}" type="pres">
      <dgm:prSet presAssocID="{E2F8D6B5-1EDC-4611-B49F-F4860E9F5885}" presName="dummyNode2" presStyleLbl="node1" presStyleIdx="0" presStyleCnt="3"/>
      <dgm:spPr/>
    </dgm:pt>
    <dgm:pt modelId="{B3810758-0F9E-4477-ABCC-8DBE420FC6BA}" type="pres">
      <dgm:prSet presAssocID="{E2F8D6B5-1EDC-4611-B49F-F4860E9F5885}" presName="childNode2" presStyleLbl="bgAcc1" presStyleIdx="1" presStyleCnt="3">
        <dgm:presLayoutVars>
          <dgm:bulletEnabled val="1"/>
        </dgm:presLayoutVars>
      </dgm:prSet>
      <dgm:spPr/>
    </dgm:pt>
    <dgm:pt modelId="{47B9EF7D-B376-442F-967E-C469B6CBF702}" type="pres">
      <dgm:prSet presAssocID="{E2F8D6B5-1EDC-4611-B49F-F4860E9F5885}" presName="childNode2tx" presStyleLbl="bgAcc1" presStyleIdx="1" presStyleCnt="3">
        <dgm:presLayoutVars>
          <dgm:bulletEnabled val="1"/>
        </dgm:presLayoutVars>
      </dgm:prSet>
      <dgm:spPr/>
    </dgm:pt>
    <dgm:pt modelId="{72EAE81D-1CB1-4A5A-A346-08A8B753963D}" type="pres">
      <dgm:prSet presAssocID="{E2F8D6B5-1EDC-4611-B49F-F4860E9F5885}" presName="parentNode2" presStyleLbl="node1" presStyleIdx="1" presStyleCnt="3">
        <dgm:presLayoutVars>
          <dgm:chMax val="0"/>
          <dgm:bulletEnabled val="1"/>
        </dgm:presLayoutVars>
      </dgm:prSet>
      <dgm:spPr/>
    </dgm:pt>
    <dgm:pt modelId="{DABD60D1-3158-4B22-8ECF-BBA6917D1EE7}" type="pres">
      <dgm:prSet presAssocID="{E2F8D6B5-1EDC-4611-B49F-F4860E9F5885}" presName="connSite2" presStyleCnt="0"/>
      <dgm:spPr/>
    </dgm:pt>
    <dgm:pt modelId="{1C0DAC3C-4A68-42CB-87E1-DA5C211CF905}" type="pres">
      <dgm:prSet presAssocID="{173B2898-CFAF-4137-8E74-A388DAAA2F44}" presName="Name18" presStyleLbl="sibTrans2D1" presStyleIdx="1" presStyleCnt="2"/>
      <dgm:spPr/>
    </dgm:pt>
    <dgm:pt modelId="{849ED490-B45D-4A11-A1F7-4B1E2EE3FD40}" type="pres">
      <dgm:prSet presAssocID="{76780F0A-115B-4587-BBC8-9348A08FA024}" presName="composite1" presStyleCnt="0"/>
      <dgm:spPr/>
    </dgm:pt>
    <dgm:pt modelId="{4B40AE07-1611-4C40-8764-61751C27E572}" type="pres">
      <dgm:prSet presAssocID="{76780F0A-115B-4587-BBC8-9348A08FA024}" presName="dummyNode1" presStyleLbl="node1" presStyleIdx="1" presStyleCnt="3"/>
      <dgm:spPr/>
    </dgm:pt>
    <dgm:pt modelId="{37F61617-0AD2-4DAB-952C-8D7D44A2B3E8}" type="pres">
      <dgm:prSet presAssocID="{76780F0A-115B-4587-BBC8-9348A08FA024}" presName="childNode1" presStyleLbl="bgAcc1" presStyleIdx="2" presStyleCnt="3">
        <dgm:presLayoutVars>
          <dgm:bulletEnabled val="1"/>
        </dgm:presLayoutVars>
      </dgm:prSet>
      <dgm:spPr/>
    </dgm:pt>
    <dgm:pt modelId="{86F6ABE7-53D0-49FF-968F-467625D51CAC}" type="pres">
      <dgm:prSet presAssocID="{76780F0A-115B-4587-BBC8-9348A08FA024}" presName="childNode1tx" presStyleLbl="bgAcc1" presStyleIdx="2" presStyleCnt="3">
        <dgm:presLayoutVars>
          <dgm:bulletEnabled val="1"/>
        </dgm:presLayoutVars>
      </dgm:prSet>
      <dgm:spPr/>
    </dgm:pt>
    <dgm:pt modelId="{5371E1DD-C98F-4911-90F1-78F5721DE8CC}" type="pres">
      <dgm:prSet presAssocID="{76780F0A-115B-4587-BBC8-9348A08FA024}" presName="parentNode1" presStyleLbl="node1" presStyleIdx="2" presStyleCnt="3">
        <dgm:presLayoutVars>
          <dgm:chMax val="1"/>
          <dgm:bulletEnabled val="1"/>
        </dgm:presLayoutVars>
      </dgm:prSet>
      <dgm:spPr/>
    </dgm:pt>
    <dgm:pt modelId="{BA8791BE-B917-4C26-83DF-56773B02A933}" type="pres">
      <dgm:prSet presAssocID="{76780F0A-115B-4587-BBC8-9348A08FA024}" presName="connSite1" presStyleCnt="0"/>
      <dgm:spPr/>
    </dgm:pt>
  </dgm:ptLst>
  <dgm:cxnLst>
    <dgm:cxn modelId="{1A864C00-3F20-49A4-AC14-08EF687C6DD6}" srcId="{2AF76437-E33B-4A0E-B50B-D3245B238DE9}" destId="{D03F41BF-C81E-4C62-BE32-55582CFDBF6E}" srcOrd="0" destOrd="0" parTransId="{291AC74A-53DF-42E0-B145-94472D2D3B66}" sibTransId="{160DFF0D-AEB0-44CE-B0C2-AD1A3F1C6895}"/>
    <dgm:cxn modelId="{7F983807-C791-4A2A-AF9B-35ED71111094}" type="presOf" srcId="{022565E5-704B-4656-AEF2-EACF69F597F1}" destId="{B3810758-0F9E-4477-ABCC-8DBE420FC6BA}" srcOrd="0" destOrd="1" presId="urn:microsoft.com/office/officeart/2005/8/layout/hProcess4"/>
    <dgm:cxn modelId="{1399620A-CE1F-41BE-9FFB-3AD444A06FA8}" type="presOf" srcId="{67E14BFE-9825-41C4-8D75-CDE886763485}" destId="{37F61617-0AD2-4DAB-952C-8D7D44A2B3E8}" srcOrd="0" destOrd="0" presId="urn:microsoft.com/office/officeart/2005/8/layout/hProcess4"/>
    <dgm:cxn modelId="{15D0E510-840D-4A84-AECC-22F0290193BC}" type="presOf" srcId="{DD693A7E-CDEA-4F8C-A971-71C9BFFBA375}" destId="{2C774382-80AA-46C0-BDE8-0C60F014923D}" srcOrd="0" destOrd="0" presId="urn:microsoft.com/office/officeart/2005/8/layout/hProcess4"/>
    <dgm:cxn modelId="{123AE417-90C0-4B7C-84C5-C1F0C4135687}" type="presOf" srcId="{D03F41BF-C81E-4C62-BE32-55582CFDBF6E}" destId="{2820AD46-3277-4F54-A500-50AB16BB88AF}" srcOrd="0" destOrd="0" presId="urn:microsoft.com/office/officeart/2005/8/layout/hProcess4"/>
    <dgm:cxn modelId="{5FFE3819-BCAD-4BCE-A0C4-2427421D29C8}" type="presOf" srcId="{4A056CF8-6EAF-44C0-B286-E410EAC50039}" destId="{37F61617-0AD2-4DAB-952C-8D7D44A2B3E8}" srcOrd="0" destOrd="1" presId="urn:microsoft.com/office/officeart/2005/8/layout/hProcess4"/>
    <dgm:cxn modelId="{12D87D40-9B4A-4823-A1FE-A36A4177FA29}" srcId="{2AF76437-E33B-4A0E-B50B-D3245B238DE9}" destId="{BE5693B1-9FA0-44CB-A20F-766DB2D77029}" srcOrd="1" destOrd="0" parTransId="{78C06F1D-6DA4-426D-882B-89EAFDE8CFFC}" sibTransId="{6BCC03E6-02FA-4C8A-B766-F06989D1DA45}"/>
    <dgm:cxn modelId="{56103368-05F3-4E64-ACFD-668936915699}" type="presOf" srcId="{BE5693B1-9FA0-44CB-A20F-766DB2D77029}" destId="{2E74850A-80AB-4615-8727-900A15C56AE0}" srcOrd="1" destOrd="1" presId="urn:microsoft.com/office/officeart/2005/8/layout/hProcess4"/>
    <dgm:cxn modelId="{543F794A-08D4-4112-BF38-93C9A466ED8B}" type="presOf" srcId="{D03F41BF-C81E-4C62-BE32-55582CFDBF6E}" destId="{2E74850A-80AB-4615-8727-900A15C56AE0}" srcOrd="1" destOrd="0" presId="urn:microsoft.com/office/officeart/2005/8/layout/hProcess4"/>
    <dgm:cxn modelId="{384C974E-56CA-40C6-BC7F-FCA1B80AECC0}" type="presOf" srcId="{E03E1A30-3005-4258-B35D-B25811D274B1}" destId="{47B9EF7D-B376-442F-967E-C469B6CBF702}" srcOrd="1" destOrd="0" presId="urn:microsoft.com/office/officeart/2005/8/layout/hProcess4"/>
    <dgm:cxn modelId="{CB132754-A8CE-49E2-BA2E-5B27E0E4F170}" srcId="{A27B2286-4689-42DB-B23D-56513F1BFBA1}" destId="{76780F0A-115B-4587-BBC8-9348A08FA024}" srcOrd="2" destOrd="0" parTransId="{9690B47B-9454-4F99-B220-05AD0DA8F8EE}" sibTransId="{8586DFA3-1EDB-4570-AAE9-780BFE22DBCD}"/>
    <dgm:cxn modelId="{F5034375-F9E5-4A72-92AC-E5BE47E7F88E}" type="presOf" srcId="{67E14BFE-9825-41C4-8D75-CDE886763485}" destId="{86F6ABE7-53D0-49FF-968F-467625D51CAC}" srcOrd="1" destOrd="0" presId="urn:microsoft.com/office/officeart/2005/8/layout/hProcess4"/>
    <dgm:cxn modelId="{62F43F80-ECC2-4FC3-931F-05B35633A106}" srcId="{76780F0A-115B-4587-BBC8-9348A08FA024}" destId="{4A056CF8-6EAF-44C0-B286-E410EAC50039}" srcOrd="1" destOrd="0" parTransId="{389E137F-4E14-4640-BA8A-BAA5100DC857}" sibTransId="{466DD9E2-EF90-4445-BCF1-7B193ED86AF1}"/>
    <dgm:cxn modelId="{98629281-579E-4BA7-9B39-B24889DD899E}" srcId="{E2F8D6B5-1EDC-4611-B49F-F4860E9F5885}" destId="{022565E5-704B-4656-AEF2-EACF69F597F1}" srcOrd="1" destOrd="0" parTransId="{CD8A057B-141E-4A6B-98F0-5EB55133535C}" sibTransId="{14F22C74-47D7-4957-929B-96EDE0708251}"/>
    <dgm:cxn modelId="{F3CA758D-F1AD-44A0-AE85-892FFFD8A19A}" type="presOf" srcId="{BE5693B1-9FA0-44CB-A20F-766DB2D77029}" destId="{2820AD46-3277-4F54-A500-50AB16BB88AF}" srcOrd="0" destOrd="1" presId="urn:microsoft.com/office/officeart/2005/8/layout/hProcess4"/>
    <dgm:cxn modelId="{7086A49C-8E31-4C7A-9086-542C78224639}" type="presOf" srcId="{76780F0A-115B-4587-BBC8-9348A08FA024}" destId="{5371E1DD-C98F-4911-90F1-78F5721DE8CC}" srcOrd="0" destOrd="0" presId="urn:microsoft.com/office/officeart/2005/8/layout/hProcess4"/>
    <dgm:cxn modelId="{54E809A8-12DC-4EC3-A60F-4406AFC50697}" type="presOf" srcId="{E03E1A30-3005-4258-B35D-B25811D274B1}" destId="{B3810758-0F9E-4477-ABCC-8DBE420FC6BA}" srcOrd="0" destOrd="0" presId="urn:microsoft.com/office/officeart/2005/8/layout/hProcess4"/>
    <dgm:cxn modelId="{0F12CDAB-DBA7-47B8-AD05-2A41EB830E2E}" srcId="{E2F8D6B5-1EDC-4611-B49F-F4860E9F5885}" destId="{E03E1A30-3005-4258-B35D-B25811D274B1}" srcOrd="0" destOrd="0" parTransId="{D6AEEF2A-F532-4721-A390-CEDD06969ED4}" sibTransId="{3BA0C6C2-0C94-4D4C-9185-F2946B7950F8}"/>
    <dgm:cxn modelId="{44D535AF-235D-4B1C-8F83-C967FAFB6FB8}" srcId="{76780F0A-115B-4587-BBC8-9348A08FA024}" destId="{67E14BFE-9825-41C4-8D75-CDE886763485}" srcOrd="0" destOrd="0" parTransId="{877E4F59-2D07-4D50-B06D-FC3736579F52}" sibTransId="{9B157472-0BE1-4445-B208-49E756309E3E}"/>
    <dgm:cxn modelId="{B8B5D9C7-9E6F-4E8B-A93B-B85596172575}" type="presOf" srcId="{E2F8D6B5-1EDC-4611-B49F-F4860E9F5885}" destId="{72EAE81D-1CB1-4A5A-A346-08A8B753963D}" srcOrd="0" destOrd="0" presId="urn:microsoft.com/office/officeart/2005/8/layout/hProcess4"/>
    <dgm:cxn modelId="{4B4A90D4-A809-48D3-83A5-1770F2B7C91E}" type="presOf" srcId="{022565E5-704B-4656-AEF2-EACF69F597F1}" destId="{47B9EF7D-B376-442F-967E-C469B6CBF702}" srcOrd="1" destOrd="1" presId="urn:microsoft.com/office/officeart/2005/8/layout/hProcess4"/>
    <dgm:cxn modelId="{0ECACAD6-FEE8-473B-AEC2-CD8ED1282FEF}" type="presOf" srcId="{A27B2286-4689-42DB-B23D-56513F1BFBA1}" destId="{A1EC9266-F56A-467F-80DE-38989ACD3975}" srcOrd="0" destOrd="0" presId="urn:microsoft.com/office/officeart/2005/8/layout/hProcess4"/>
    <dgm:cxn modelId="{402C65E5-BB75-4066-B690-B2A71DE8BF55}" type="presOf" srcId="{2AF76437-E33B-4A0E-B50B-D3245B238DE9}" destId="{A5C4E3C1-B1FF-42F1-AA46-E5B449E2A393}" srcOrd="0" destOrd="0" presId="urn:microsoft.com/office/officeart/2005/8/layout/hProcess4"/>
    <dgm:cxn modelId="{B9298FE8-993A-4ADA-84A7-52813229507B}" srcId="{A27B2286-4689-42DB-B23D-56513F1BFBA1}" destId="{E2F8D6B5-1EDC-4611-B49F-F4860E9F5885}" srcOrd="1" destOrd="0" parTransId="{47E136DC-F68F-4547-B394-F7DF1404A4ED}" sibTransId="{173B2898-CFAF-4137-8E74-A388DAAA2F44}"/>
    <dgm:cxn modelId="{93E4E8F2-AFE8-4609-8357-9C5F99AF3327}" srcId="{A27B2286-4689-42DB-B23D-56513F1BFBA1}" destId="{2AF76437-E33B-4A0E-B50B-D3245B238DE9}" srcOrd="0" destOrd="0" parTransId="{DFC7C844-12D4-4505-AE3C-24BEE6F40290}" sibTransId="{DD693A7E-CDEA-4F8C-A971-71C9BFFBA375}"/>
    <dgm:cxn modelId="{611B7AF8-A562-4D70-AE35-99193B78FFB3}" type="presOf" srcId="{173B2898-CFAF-4137-8E74-A388DAAA2F44}" destId="{1C0DAC3C-4A68-42CB-87E1-DA5C211CF905}" srcOrd="0" destOrd="0" presId="urn:microsoft.com/office/officeart/2005/8/layout/hProcess4"/>
    <dgm:cxn modelId="{2C0572FA-BE68-4DAD-B476-EF78C439667F}" type="presOf" srcId="{4A056CF8-6EAF-44C0-B286-E410EAC50039}" destId="{86F6ABE7-53D0-49FF-968F-467625D51CAC}" srcOrd="1" destOrd="1" presId="urn:microsoft.com/office/officeart/2005/8/layout/hProcess4"/>
    <dgm:cxn modelId="{AB67D13E-2CD4-4D58-8B35-8474D556BE7D}" type="presParOf" srcId="{A1EC9266-F56A-467F-80DE-38989ACD3975}" destId="{EA6B4019-CA0E-44D3-BE56-A26412865CE5}" srcOrd="0" destOrd="0" presId="urn:microsoft.com/office/officeart/2005/8/layout/hProcess4"/>
    <dgm:cxn modelId="{13ED172D-B67F-4276-98A8-42C8C1AD2C84}" type="presParOf" srcId="{A1EC9266-F56A-467F-80DE-38989ACD3975}" destId="{4ACA74F7-8A0C-440E-9289-C63F4010A241}" srcOrd="1" destOrd="0" presId="urn:microsoft.com/office/officeart/2005/8/layout/hProcess4"/>
    <dgm:cxn modelId="{09B3CFB5-2165-456C-B403-396544936D19}" type="presParOf" srcId="{A1EC9266-F56A-467F-80DE-38989ACD3975}" destId="{9F261A83-1618-4D2E-876C-7880B5735F09}" srcOrd="2" destOrd="0" presId="urn:microsoft.com/office/officeart/2005/8/layout/hProcess4"/>
    <dgm:cxn modelId="{75A1ADB1-4247-4592-A19B-7C5E96DC3F07}" type="presParOf" srcId="{9F261A83-1618-4D2E-876C-7880B5735F09}" destId="{5A10FFFB-CBCF-4BE6-9954-974389ABF781}" srcOrd="0" destOrd="0" presId="urn:microsoft.com/office/officeart/2005/8/layout/hProcess4"/>
    <dgm:cxn modelId="{3C563B7D-1903-4338-9391-DD487E1DF4A1}" type="presParOf" srcId="{5A10FFFB-CBCF-4BE6-9954-974389ABF781}" destId="{427380AB-BE44-4D4A-87C9-39CF0B3162A4}" srcOrd="0" destOrd="0" presId="urn:microsoft.com/office/officeart/2005/8/layout/hProcess4"/>
    <dgm:cxn modelId="{DC9122BA-D3A9-4768-9255-3AD6B1BB05CC}" type="presParOf" srcId="{5A10FFFB-CBCF-4BE6-9954-974389ABF781}" destId="{2820AD46-3277-4F54-A500-50AB16BB88AF}" srcOrd="1" destOrd="0" presId="urn:microsoft.com/office/officeart/2005/8/layout/hProcess4"/>
    <dgm:cxn modelId="{A11ECF69-1CB1-4994-A586-B2DB8C237291}" type="presParOf" srcId="{5A10FFFB-CBCF-4BE6-9954-974389ABF781}" destId="{2E74850A-80AB-4615-8727-900A15C56AE0}" srcOrd="2" destOrd="0" presId="urn:microsoft.com/office/officeart/2005/8/layout/hProcess4"/>
    <dgm:cxn modelId="{3F33D8A4-D758-4F02-93FE-B85B2721A182}" type="presParOf" srcId="{5A10FFFB-CBCF-4BE6-9954-974389ABF781}" destId="{A5C4E3C1-B1FF-42F1-AA46-E5B449E2A393}" srcOrd="3" destOrd="0" presId="urn:microsoft.com/office/officeart/2005/8/layout/hProcess4"/>
    <dgm:cxn modelId="{CF0D333F-EAFA-4FC9-92B7-2B4798F05B12}" type="presParOf" srcId="{5A10FFFB-CBCF-4BE6-9954-974389ABF781}" destId="{0241962F-5355-4946-A4CC-8C08BCE6EB0A}" srcOrd="4" destOrd="0" presId="urn:microsoft.com/office/officeart/2005/8/layout/hProcess4"/>
    <dgm:cxn modelId="{78D242A1-8F77-47FA-AE39-B76E5C26B4AF}" type="presParOf" srcId="{9F261A83-1618-4D2E-876C-7880B5735F09}" destId="{2C774382-80AA-46C0-BDE8-0C60F014923D}" srcOrd="1" destOrd="0" presId="urn:microsoft.com/office/officeart/2005/8/layout/hProcess4"/>
    <dgm:cxn modelId="{FC00B307-ABA5-415E-BD2D-5815CF63A6D9}" type="presParOf" srcId="{9F261A83-1618-4D2E-876C-7880B5735F09}" destId="{823ABA12-BDAC-491F-B2AD-F3D1751538E9}" srcOrd="2" destOrd="0" presId="urn:microsoft.com/office/officeart/2005/8/layout/hProcess4"/>
    <dgm:cxn modelId="{6C4EC572-9138-4CD4-91A5-6C86B0D2CC03}" type="presParOf" srcId="{823ABA12-BDAC-491F-B2AD-F3D1751538E9}" destId="{89F954F4-F67E-45AA-9FA4-3ABE5DA1F77D}" srcOrd="0" destOrd="0" presId="urn:microsoft.com/office/officeart/2005/8/layout/hProcess4"/>
    <dgm:cxn modelId="{6CBA7725-CC9A-4B40-975E-295E84DCDE7E}" type="presParOf" srcId="{823ABA12-BDAC-491F-B2AD-F3D1751538E9}" destId="{B3810758-0F9E-4477-ABCC-8DBE420FC6BA}" srcOrd="1" destOrd="0" presId="urn:microsoft.com/office/officeart/2005/8/layout/hProcess4"/>
    <dgm:cxn modelId="{9C9AD71E-566D-4475-AD7A-83D9D31AB5B7}" type="presParOf" srcId="{823ABA12-BDAC-491F-B2AD-F3D1751538E9}" destId="{47B9EF7D-B376-442F-967E-C469B6CBF702}" srcOrd="2" destOrd="0" presId="urn:microsoft.com/office/officeart/2005/8/layout/hProcess4"/>
    <dgm:cxn modelId="{C0BC5335-6CB4-4BC9-A6A1-74AC8E5195E9}" type="presParOf" srcId="{823ABA12-BDAC-491F-B2AD-F3D1751538E9}" destId="{72EAE81D-1CB1-4A5A-A346-08A8B753963D}" srcOrd="3" destOrd="0" presId="urn:microsoft.com/office/officeart/2005/8/layout/hProcess4"/>
    <dgm:cxn modelId="{0C2C306E-5B36-4B1A-87A3-F738E5E8EF5C}" type="presParOf" srcId="{823ABA12-BDAC-491F-B2AD-F3D1751538E9}" destId="{DABD60D1-3158-4B22-8ECF-BBA6917D1EE7}" srcOrd="4" destOrd="0" presId="urn:microsoft.com/office/officeart/2005/8/layout/hProcess4"/>
    <dgm:cxn modelId="{7B9BEEB0-CAED-4C57-8A03-DBC94C42A9AC}" type="presParOf" srcId="{9F261A83-1618-4D2E-876C-7880B5735F09}" destId="{1C0DAC3C-4A68-42CB-87E1-DA5C211CF905}" srcOrd="3" destOrd="0" presId="urn:microsoft.com/office/officeart/2005/8/layout/hProcess4"/>
    <dgm:cxn modelId="{BF96AE40-54F6-4138-91B1-62D6309316E3}" type="presParOf" srcId="{9F261A83-1618-4D2E-876C-7880B5735F09}" destId="{849ED490-B45D-4A11-A1F7-4B1E2EE3FD40}" srcOrd="4" destOrd="0" presId="urn:microsoft.com/office/officeart/2005/8/layout/hProcess4"/>
    <dgm:cxn modelId="{A9AC54D3-8708-4EDC-A7B5-5828C3E5AF5D}" type="presParOf" srcId="{849ED490-B45D-4A11-A1F7-4B1E2EE3FD40}" destId="{4B40AE07-1611-4C40-8764-61751C27E572}" srcOrd="0" destOrd="0" presId="urn:microsoft.com/office/officeart/2005/8/layout/hProcess4"/>
    <dgm:cxn modelId="{936B5FA6-6EEF-4736-B75D-3871041E9E5C}" type="presParOf" srcId="{849ED490-B45D-4A11-A1F7-4B1E2EE3FD40}" destId="{37F61617-0AD2-4DAB-952C-8D7D44A2B3E8}" srcOrd="1" destOrd="0" presId="urn:microsoft.com/office/officeart/2005/8/layout/hProcess4"/>
    <dgm:cxn modelId="{A8DC5BAE-593F-4BAF-B8A9-9A3B749EF831}" type="presParOf" srcId="{849ED490-B45D-4A11-A1F7-4B1E2EE3FD40}" destId="{86F6ABE7-53D0-49FF-968F-467625D51CAC}" srcOrd="2" destOrd="0" presId="urn:microsoft.com/office/officeart/2005/8/layout/hProcess4"/>
    <dgm:cxn modelId="{141C5399-E621-42BF-82B3-DE7B62F5C3FA}" type="presParOf" srcId="{849ED490-B45D-4A11-A1F7-4B1E2EE3FD40}" destId="{5371E1DD-C98F-4911-90F1-78F5721DE8CC}" srcOrd="3" destOrd="0" presId="urn:microsoft.com/office/officeart/2005/8/layout/hProcess4"/>
    <dgm:cxn modelId="{BF02FC70-B631-4624-A81B-3A6B2CBB1E6A}" type="presParOf" srcId="{849ED490-B45D-4A11-A1F7-4B1E2EE3FD40}" destId="{BA8791BE-B917-4C26-83DF-56773B02A933}" srcOrd="4" destOrd="0" presId="urn:microsoft.com/office/officeart/2005/8/layout/h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820AD46-3277-4F54-A500-50AB16BB88AF}">
      <dsp:nvSpPr>
        <dsp:cNvPr id="0" name=""/>
        <dsp:cNvSpPr/>
      </dsp:nvSpPr>
      <dsp:spPr>
        <a:xfrm>
          <a:off x="2113" y="1625494"/>
          <a:ext cx="2628155" cy="2167678"/>
        </a:xfrm>
        <a:prstGeom prst="roundRect">
          <a:avLst>
            <a:gd name="adj" fmla="val 10000"/>
          </a:avLst>
        </a:prstGeom>
        <a:solidFill>
          <a:schemeClr val="lt1">
            <a:alpha val="90000"/>
            <a:hueOff val="0"/>
            <a:satOff val="0"/>
            <a:lumOff val="0"/>
            <a:alphaOff val="0"/>
          </a:schemeClr>
        </a:solidFill>
        <a:ln w="6350" cap="sq"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8575" tIns="28575" rIns="28575" bIns="28575" numCol="1" spcCol="1270" anchor="t" anchorCtr="0">
          <a:noAutofit/>
        </a:bodyPr>
        <a:lstStyle/>
        <a:p>
          <a:pPr marL="171450" lvl="1" indent="-171450" algn="l" defTabSz="711200">
            <a:lnSpc>
              <a:spcPct val="90000"/>
            </a:lnSpc>
            <a:spcBef>
              <a:spcPct val="0"/>
            </a:spcBef>
            <a:spcAft>
              <a:spcPct val="15000"/>
            </a:spcAft>
            <a:buChar char="•"/>
          </a:pPr>
          <a:r>
            <a:rPr lang="en-US" sz="1600" kern="1200" dirty="0"/>
            <a:t>Modified </a:t>
          </a:r>
          <a:r>
            <a:rPr lang="en-US" sz="1600" kern="1200" dirty="0" err="1"/>
            <a:t>Yifeng’s</a:t>
          </a:r>
          <a:r>
            <a:rPr lang="en-US" sz="1600" kern="1200" dirty="0"/>
            <a:t> “</a:t>
          </a:r>
          <a:r>
            <a:rPr lang="en-US" sz="1600" kern="1200" dirty="0" err="1"/>
            <a:t>blacklist_inventory_monitoring</a:t>
          </a:r>
          <a:r>
            <a:rPr lang="en-US" sz="1600" kern="1200" dirty="0"/>
            <a:t>” to my “blacklist_inventory_monitoring_excel_msb_mmp.py”</a:t>
          </a:r>
        </a:p>
        <a:p>
          <a:pPr marL="171450" lvl="1" indent="-171450" algn="l" defTabSz="711200">
            <a:lnSpc>
              <a:spcPct val="90000"/>
            </a:lnSpc>
            <a:spcBef>
              <a:spcPct val="0"/>
            </a:spcBef>
            <a:spcAft>
              <a:spcPct val="15000"/>
            </a:spcAft>
            <a:buChar char="•"/>
          </a:pPr>
          <a:r>
            <a:rPr lang="en-US" sz="1600" kern="1200" dirty="0"/>
            <a:t>Running once a day</a:t>
          </a:r>
        </a:p>
      </dsp:txBody>
      <dsp:txXfrm>
        <a:off x="51997" y="1675378"/>
        <a:ext cx="2528387" cy="1603407"/>
      </dsp:txXfrm>
    </dsp:sp>
    <dsp:sp modelId="{2C774382-80AA-46C0-BDE8-0C60F014923D}">
      <dsp:nvSpPr>
        <dsp:cNvPr id="0" name=""/>
        <dsp:cNvSpPr/>
      </dsp:nvSpPr>
      <dsp:spPr>
        <a:xfrm>
          <a:off x="1492913" y="2191495"/>
          <a:ext cx="2824904" cy="2824904"/>
        </a:xfrm>
        <a:prstGeom prst="leftCircularArrow">
          <a:avLst>
            <a:gd name="adj1" fmla="val 2896"/>
            <a:gd name="adj2" fmla="val 354248"/>
            <a:gd name="adj3" fmla="val 2129759"/>
            <a:gd name="adj4" fmla="val 9024489"/>
            <a:gd name="adj5" fmla="val 3379"/>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A5C4E3C1-B1FF-42F1-AA46-E5B449E2A393}">
      <dsp:nvSpPr>
        <dsp:cNvPr id="0" name=""/>
        <dsp:cNvSpPr/>
      </dsp:nvSpPr>
      <dsp:spPr>
        <a:xfrm>
          <a:off x="586147" y="3328670"/>
          <a:ext cx="2336138" cy="929005"/>
        </a:xfrm>
        <a:prstGeom prst="roundRect">
          <a:avLst>
            <a:gd name="adj" fmla="val 10000"/>
          </a:avLst>
        </a:prstGeom>
        <a:solidFill>
          <a:schemeClr val="accent1">
            <a:hueOff val="0"/>
            <a:satOff val="0"/>
            <a:lumOff val="0"/>
            <a:alphaOff val="0"/>
          </a:schemeClr>
        </a:solidFill>
        <a:ln w="6350" cap="sq"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385" tIns="21590" rIns="32385" bIns="21590" numCol="1" spcCol="1270" anchor="ctr" anchorCtr="0">
          <a:noAutofit/>
        </a:bodyPr>
        <a:lstStyle/>
        <a:p>
          <a:pPr marL="0" lvl="0" indent="0" algn="ctr" defTabSz="755650">
            <a:lnSpc>
              <a:spcPct val="90000"/>
            </a:lnSpc>
            <a:spcBef>
              <a:spcPct val="0"/>
            </a:spcBef>
            <a:spcAft>
              <a:spcPct val="35000"/>
            </a:spcAft>
            <a:buNone/>
          </a:pPr>
          <a:r>
            <a:rPr lang="en-US" sz="1700" kern="1200" dirty="0"/>
            <a:t>Output form change from email to excel for data processing</a:t>
          </a:r>
        </a:p>
      </dsp:txBody>
      <dsp:txXfrm>
        <a:off x="613357" y="3355880"/>
        <a:ext cx="2281718" cy="874585"/>
      </dsp:txXfrm>
    </dsp:sp>
    <dsp:sp modelId="{B3810758-0F9E-4477-ABCC-8DBE420FC6BA}">
      <dsp:nvSpPr>
        <dsp:cNvPr id="0" name=""/>
        <dsp:cNvSpPr/>
      </dsp:nvSpPr>
      <dsp:spPr>
        <a:xfrm>
          <a:off x="3311871" y="1625494"/>
          <a:ext cx="2628155" cy="2167678"/>
        </a:xfrm>
        <a:prstGeom prst="roundRect">
          <a:avLst>
            <a:gd name="adj" fmla="val 10000"/>
          </a:avLst>
        </a:prstGeom>
        <a:solidFill>
          <a:schemeClr val="lt1">
            <a:alpha val="90000"/>
            <a:hueOff val="0"/>
            <a:satOff val="0"/>
            <a:lumOff val="0"/>
            <a:alphaOff val="0"/>
          </a:schemeClr>
        </a:solidFill>
        <a:ln w="6350" cap="sq"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8575" tIns="28575" rIns="28575" bIns="28575" numCol="1" spcCol="1270" anchor="t" anchorCtr="0">
          <a:noAutofit/>
        </a:bodyPr>
        <a:lstStyle/>
        <a:p>
          <a:pPr marL="114300" lvl="1" indent="-114300" algn="l" defTabSz="666750">
            <a:lnSpc>
              <a:spcPct val="90000"/>
            </a:lnSpc>
            <a:spcBef>
              <a:spcPct val="0"/>
            </a:spcBef>
            <a:spcAft>
              <a:spcPct val="15000"/>
            </a:spcAft>
            <a:buChar char="•"/>
          </a:pPr>
          <a:r>
            <a:rPr lang="en-US" sz="1500" kern="1200" dirty="0"/>
            <a:t>Create REST API script to check the unqualified material then request server to create JIRA Issue </a:t>
          </a:r>
        </a:p>
        <a:p>
          <a:pPr marL="114300" lvl="1" indent="-114300" algn="l" defTabSz="666750">
            <a:lnSpc>
              <a:spcPct val="90000"/>
            </a:lnSpc>
            <a:spcBef>
              <a:spcPct val="0"/>
            </a:spcBef>
            <a:spcAft>
              <a:spcPct val="15000"/>
            </a:spcAft>
            <a:buChar char="•"/>
          </a:pPr>
          <a:r>
            <a:rPr lang="en-US" sz="1500" kern="1200" dirty="0"/>
            <a:t>Running once a day after 60min of inventory script</a:t>
          </a:r>
        </a:p>
      </dsp:txBody>
      <dsp:txXfrm>
        <a:off x="3361755" y="2139880"/>
        <a:ext cx="2528387" cy="1603407"/>
      </dsp:txXfrm>
    </dsp:sp>
    <dsp:sp modelId="{1C0DAC3C-4A68-42CB-87E1-DA5C211CF905}">
      <dsp:nvSpPr>
        <dsp:cNvPr id="0" name=""/>
        <dsp:cNvSpPr/>
      </dsp:nvSpPr>
      <dsp:spPr>
        <a:xfrm>
          <a:off x="4780770" y="317273"/>
          <a:ext cx="3160724" cy="3160724"/>
        </a:xfrm>
        <a:prstGeom prst="circularArrow">
          <a:avLst>
            <a:gd name="adj1" fmla="val 2588"/>
            <a:gd name="adj2" fmla="val 314344"/>
            <a:gd name="adj3" fmla="val 19510145"/>
            <a:gd name="adj4" fmla="val 12575511"/>
            <a:gd name="adj5" fmla="val 302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72EAE81D-1CB1-4A5A-A346-08A8B753963D}">
      <dsp:nvSpPr>
        <dsp:cNvPr id="0" name=""/>
        <dsp:cNvSpPr/>
      </dsp:nvSpPr>
      <dsp:spPr>
        <a:xfrm>
          <a:off x="3895905" y="1160991"/>
          <a:ext cx="2336138" cy="929005"/>
        </a:xfrm>
        <a:prstGeom prst="roundRect">
          <a:avLst>
            <a:gd name="adj" fmla="val 10000"/>
          </a:avLst>
        </a:prstGeom>
        <a:solidFill>
          <a:schemeClr val="accent1">
            <a:hueOff val="0"/>
            <a:satOff val="0"/>
            <a:lumOff val="0"/>
            <a:alphaOff val="0"/>
          </a:schemeClr>
        </a:solidFill>
        <a:ln w="6350" cap="sq"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385" tIns="21590" rIns="32385" bIns="21590" numCol="1" spcCol="1270" anchor="ctr" anchorCtr="0">
          <a:noAutofit/>
        </a:bodyPr>
        <a:lstStyle/>
        <a:p>
          <a:pPr marL="0" lvl="0" indent="0" algn="ctr" defTabSz="755650">
            <a:lnSpc>
              <a:spcPct val="90000"/>
            </a:lnSpc>
            <a:spcBef>
              <a:spcPct val="0"/>
            </a:spcBef>
            <a:spcAft>
              <a:spcPct val="35000"/>
            </a:spcAft>
            <a:buNone/>
          </a:pPr>
          <a:r>
            <a:rPr lang="en-US" sz="1700" kern="1200" dirty="0"/>
            <a:t>JIRA Issue Created</a:t>
          </a:r>
        </a:p>
      </dsp:txBody>
      <dsp:txXfrm>
        <a:off x="3923115" y="1188201"/>
        <a:ext cx="2281718" cy="874585"/>
      </dsp:txXfrm>
    </dsp:sp>
    <dsp:sp modelId="{37F61617-0AD2-4DAB-952C-8D7D44A2B3E8}">
      <dsp:nvSpPr>
        <dsp:cNvPr id="0" name=""/>
        <dsp:cNvSpPr/>
      </dsp:nvSpPr>
      <dsp:spPr>
        <a:xfrm>
          <a:off x="6621629" y="1625494"/>
          <a:ext cx="2628155" cy="2167678"/>
        </a:xfrm>
        <a:prstGeom prst="roundRect">
          <a:avLst>
            <a:gd name="adj" fmla="val 10000"/>
          </a:avLst>
        </a:prstGeom>
        <a:solidFill>
          <a:schemeClr val="lt1">
            <a:alpha val="90000"/>
            <a:hueOff val="0"/>
            <a:satOff val="0"/>
            <a:lumOff val="0"/>
            <a:alphaOff val="0"/>
          </a:schemeClr>
        </a:solidFill>
        <a:ln w="6350" cap="sq"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8575" tIns="28575" rIns="28575" bIns="28575" numCol="1" spcCol="1270" anchor="t" anchorCtr="0">
          <a:noAutofit/>
        </a:bodyPr>
        <a:lstStyle/>
        <a:p>
          <a:pPr marL="114300" lvl="1" indent="-114300" algn="l" defTabSz="666750">
            <a:lnSpc>
              <a:spcPct val="90000"/>
            </a:lnSpc>
            <a:spcBef>
              <a:spcPct val="0"/>
            </a:spcBef>
            <a:spcAft>
              <a:spcPct val="15000"/>
            </a:spcAft>
            <a:buChar char="•"/>
          </a:pPr>
          <a:r>
            <a:rPr lang="en-US" sz="1500" kern="1200" dirty="0"/>
            <a:t>Automation email sent out to inform </a:t>
          </a:r>
          <a:r>
            <a:rPr lang="en-US" sz="1500" kern="1200" dirty="0" err="1"/>
            <a:t>Spectek</a:t>
          </a:r>
          <a:r>
            <a:rPr lang="en-US" sz="1500" kern="1200" dirty="0"/>
            <a:t> MSB Engineering once JIRA Issue is created through the script.</a:t>
          </a:r>
        </a:p>
        <a:p>
          <a:pPr marL="114300" lvl="1" indent="-114300" algn="l" defTabSz="666750">
            <a:lnSpc>
              <a:spcPct val="90000"/>
            </a:lnSpc>
            <a:spcBef>
              <a:spcPct val="0"/>
            </a:spcBef>
            <a:spcAft>
              <a:spcPct val="15000"/>
            </a:spcAft>
            <a:buChar char="•"/>
          </a:pPr>
          <a:r>
            <a:rPr lang="en-US" sz="1500" kern="1200" dirty="0"/>
            <a:t>More program information will be included in email.</a:t>
          </a:r>
        </a:p>
      </dsp:txBody>
      <dsp:txXfrm>
        <a:off x="6671513" y="1675378"/>
        <a:ext cx="2528387" cy="1603407"/>
      </dsp:txXfrm>
    </dsp:sp>
    <dsp:sp modelId="{5371E1DD-C98F-4911-90F1-78F5721DE8CC}">
      <dsp:nvSpPr>
        <dsp:cNvPr id="0" name=""/>
        <dsp:cNvSpPr/>
      </dsp:nvSpPr>
      <dsp:spPr>
        <a:xfrm>
          <a:off x="7205663" y="3328670"/>
          <a:ext cx="2336138" cy="929005"/>
        </a:xfrm>
        <a:prstGeom prst="roundRect">
          <a:avLst>
            <a:gd name="adj" fmla="val 10000"/>
          </a:avLst>
        </a:prstGeom>
        <a:solidFill>
          <a:schemeClr val="accent1">
            <a:hueOff val="0"/>
            <a:satOff val="0"/>
            <a:lumOff val="0"/>
            <a:alphaOff val="0"/>
          </a:schemeClr>
        </a:solidFill>
        <a:ln w="6350" cap="sq"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385" tIns="21590" rIns="32385" bIns="21590" numCol="1" spcCol="1270" anchor="ctr" anchorCtr="0">
          <a:noAutofit/>
        </a:bodyPr>
        <a:lstStyle/>
        <a:p>
          <a:pPr marL="0" lvl="0" indent="0" algn="ctr" defTabSz="755650">
            <a:lnSpc>
              <a:spcPct val="90000"/>
            </a:lnSpc>
            <a:spcBef>
              <a:spcPct val="0"/>
            </a:spcBef>
            <a:spcAft>
              <a:spcPct val="35000"/>
            </a:spcAft>
            <a:buNone/>
          </a:pPr>
          <a:r>
            <a:rPr lang="en-US" sz="1700" kern="1200" dirty="0"/>
            <a:t>Wee Yap will assign the JIRA Issue project to team member</a:t>
          </a:r>
        </a:p>
      </dsp:txBody>
      <dsp:txXfrm>
        <a:off x="7232873" y="3355880"/>
        <a:ext cx="2281718" cy="874585"/>
      </dsp:txXfrm>
    </dsp:sp>
  </dsp:spTree>
</dsp:drawing>
</file>

<file path=ppt/diagrams/layout1.xml><?xml version="1.0" encoding="utf-8"?>
<dgm:layoutDef xmlns:dgm="http://schemas.openxmlformats.org/drawingml/2006/diagram" xmlns:a="http://schemas.openxmlformats.org/drawingml/2006/main" uniqueId="urn:microsoft.com/office/officeart/2005/8/layout/hProcess4">
  <dgm:title val=""/>
  <dgm:desc val=""/>
  <dgm:catLst>
    <dgm:cat type="process"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composite"/>
    <dgm:shape xmlns:r="http://schemas.openxmlformats.org/officeDocument/2006/relationships" r:blip="">
      <dgm:adjLst/>
    </dgm:shape>
    <dgm:presOf/>
    <dgm:constrLst>
      <dgm:constr type="w" for="ch" forName="tSp" refType="w"/>
      <dgm:constr type="h" for="ch" forName="tSp" refType="h" fact="0.15"/>
      <dgm:constr type="l" for="ch" forName="tSp"/>
      <dgm:constr type="t" for="ch" forName="tSp"/>
      <dgm:constr type="w" for="ch" forName="bSp" refType="w"/>
      <dgm:constr type="h" for="ch" forName="bSp" refType="h" fact="0.15"/>
      <dgm:constr type="l" for="ch" forName="bSp"/>
      <dgm:constr type="t" for="ch" forName="bSp" refType="h" fact="0.85"/>
      <dgm:constr type="w" for="ch" forName="process" refType="w"/>
      <dgm:constr type="h" for="ch" forName="process" refType="h" fact="0.7"/>
      <dgm:constr type="l" for="ch" forName="process"/>
      <dgm:constr type="t" for="ch" forName="process" refType="h" fact="0.15"/>
    </dgm:constrLst>
    <dgm:ruleLst/>
    <dgm:layoutNode name="tSp">
      <dgm:alg type="sp"/>
      <dgm:shape xmlns:r="http://schemas.openxmlformats.org/officeDocument/2006/relationships" r:blip="">
        <dgm:adjLst/>
      </dgm:shape>
      <dgm:presOf/>
      <dgm:constrLst/>
      <dgm:ruleLst/>
    </dgm:layoutNode>
    <dgm:layoutNode name="bSp">
      <dgm:alg type="sp"/>
      <dgm:shape xmlns:r="http://schemas.openxmlformats.org/officeDocument/2006/relationships" r:blip="">
        <dgm:adjLst/>
      </dgm:shape>
      <dgm:presOf/>
      <dgm:constrLst/>
      <dgm:ruleLst/>
    </dgm:layoutNode>
    <dgm:layoutNode name="process">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composite1" refType="w"/>
        <dgm:constr type="w" for="ch" forName="composite2" refType="w" refFor="ch" refForName="composite1" op="equ"/>
        <dgm:constr type="h" for="ch" forName="composite1" refType="h"/>
        <dgm:constr type="h" for="ch" forName="composite2" refType="h" refFor="ch" refForName="composite1" op="equ"/>
        <dgm:constr type="primFontSz" for="des" forName="parentNode1" val="65"/>
        <dgm:constr type="primFontSz" for="des" forName="parentNode2" refType="primFontSz" refFor="des" refForName="parentNode1" op="equ"/>
        <dgm:constr type="secFontSz" for="des" forName="childNode1tx" val="65"/>
        <dgm:constr type="secFontSz" for="des" forName="childNode2tx" refType="secFontSz" refFor="des" refForName="childNode1tx" op="equ"/>
        <dgm:constr type="w" for="des" ptType="sibTrans" refType="w" refFor="ch" refForName="composite1" op="equ" fact="0.05"/>
      </dgm:constrLst>
      <dgm:ruleLst/>
      <dgm:forEach name="Name4" axis="ch" ptType="node" step="2">
        <dgm:layoutNode name="composite1">
          <dgm:alg type="composite">
            <dgm:param type="ar" val="0.943"/>
          </dgm:alg>
          <dgm:shape xmlns:r="http://schemas.openxmlformats.org/officeDocument/2006/relationships" r:blip="">
            <dgm:adjLst/>
          </dgm:shape>
          <dgm:presOf/>
          <dgm:choose name="Name5">
            <dgm:if name="Name6" func="var" arg="dir" op="equ" val="norm">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dgm:constr type="w" for="ch" forName="childNode1tx" refType="w" fact="0.9"/>
                <dgm:constr type="h" for="ch" forName="childNode1tx" refType="h" fact="0.55"/>
                <dgm:constr type="t" for="ch" forName="childNode1tx" refType="h" fact="0.15"/>
                <dgm:constr type="l" for="ch" forName="childNode1tx"/>
                <dgm:constr type="w" for="ch" forName="parentNode1" refType="w" fact="0.8"/>
                <dgm:constr type="h" for="ch" forName="parentNode1" refType="h" fact="0.3"/>
                <dgm:constr type="t" for="ch" forName="parentNode1" refType="h" fact="0.7"/>
                <dgm:constr type="l" for="ch" forName="parentNode1" refType="w" fact="0.2"/>
                <dgm:constr type="w" for="ch" forName="connSite1" refType="w" fact="0.01"/>
                <dgm:constr type="h" for="ch" forName="connSite1" refType="h" fact="0.01"/>
                <dgm:constr type="t" for="ch" forName="connSite1"/>
                <dgm:constr type="l" for="ch" forName="connSite1" refType="w" fact="0.35"/>
              </dgm:constrLst>
            </dgm:if>
            <dgm:else name="Name7">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refType="w" fact="0.1"/>
                <dgm:constr type="w" for="ch" forName="childNode1tx" refType="w" fact="0.9"/>
                <dgm:constr type="h" for="ch" forName="childNode1tx" refType="h" fact="0.55"/>
                <dgm:constr type="t" for="ch" forName="childNode1tx" refType="h" fact="0.15"/>
                <dgm:constr type="l" for="ch" forName="childNode1tx" refType="w" fact="0.1"/>
                <dgm:constr type="w" for="ch" forName="parentNode1" refType="w" fact="0.8"/>
                <dgm:constr type="h" for="ch" forName="parentNode1" refType="h" fact="0.3"/>
                <dgm:constr type="t" for="ch" forName="parentNode1" refType="h" fact="0.7"/>
                <dgm:constr type="l" for="ch" forName="parentNode1"/>
                <dgm:constr type="w" for="ch" forName="connSite1" refType="w" fact="0.01"/>
                <dgm:constr type="h" for="ch" forName="connSite1" refType="h" fact="0.01"/>
                <dgm:constr type="t" for="ch" forName="connSite1"/>
                <dgm:constr type="l" for="ch" forName="connSite1" refType="w" fact="0.65"/>
              </dgm:constrLst>
            </dgm:else>
          </dgm:choose>
          <dgm:ruleLst/>
          <dgm:layoutNode name="dummyNode1">
            <dgm:alg type="sp"/>
            <dgm:shape xmlns:r="http://schemas.openxmlformats.org/officeDocument/2006/relationships" type="rect" r:blip="" hideGeom="1">
              <dgm:adjLst/>
            </dgm:shape>
            <dgm:presOf/>
            <dgm:constrLst/>
            <dgm:ruleLst/>
          </dgm:layoutNode>
          <dgm:layoutNode name="childNode1"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1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1" styleLbl="node1">
            <dgm:varLst>
              <dgm:chMax val="1"/>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1" moveWith="childNode1">
            <dgm:alg type="sp"/>
            <dgm:shape xmlns:r="http://schemas.openxmlformats.org/officeDocument/2006/relationships" r:blip="">
              <dgm:adjLst/>
            </dgm:shape>
            <dgm:presOf/>
            <dgm:constrLst/>
            <dgm:ruleLst/>
          </dgm:layoutNode>
        </dgm:layoutNode>
        <dgm:forEach name="Name8" axis="followSib" ptType="sibTrans" cnt="1">
          <dgm:layoutNode name="Name9">
            <dgm:alg type="conn">
              <dgm:param type="connRout" val="curve"/>
              <dgm:param type="srcNode" val="parentNode1"/>
              <dgm:param type="dstNode" val="connSite2"/>
              <dgm:param type="begPts" val="bCtr"/>
              <dgm:param type="endPts" val="bCtr"/>
            </dgm:alg>
            <dgm:shape xmlns:r="http://schemas.openxmlformats.org/officeDocument/2006/relationships" type="conn" r:blip="" zOrderOff="-2">
              <dgm:adjLst/>
            </dgm:shape>
            <dgm:presOf axis="self"/>
            <dgm:choose name="Name10">
              <dgm:if name="Name11" func="var" arg="dir" op="equ" val="norm">
                <dgm:constrLst>
                  <dgm:constr type="h" refType="w" fact="0.35"/>
                  <dgm:constr type="wArH" refType="h"/>
                  <dgm:constr type="hArH" refType="h"/>
                  <dgm:constr type="connDist"/>
                  <dgm:constr type="diam" refType="connDist" fact="-1.15"/>
                  <dgm:constr type="begPad"/>
                  <dgm:constr type="endPad"/>
                </dgm:constrLst>
              </dgm:if>
              <dgm:else name="Name12">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name="Name13" axis="followSib" ptType="node" cnt="1">
          <dgm:layoutNode name="composite2">
            <dgm:alg type="composite">
              <dgm:param type="ar" val="0.943"/>
            </dgm:alg>
            <dgm:shape xmlns:r="http://schemas.openxmlformats.org/officeDocument/2006/relationships" r:blip="">
              <dgm:adjLst/>
            </dgm:shape>
            <dgm:presOf/>
            <dgm:choose name="Name14">
              <dgm:if name="Name15" func="var" arg="dir" op="equ" val="norm">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dgm:constr type="w" for="ch" forName="childNode2tx" refType="w" fact="0.9"/>
                  <dgm:constr type="h" for="ch" forName="childNode2tx" refType="h" fact="0.55"/>
                  <dgm:constr type="t" for="ch" forName="childNode2tx" refType="h" fact="0.3"/>
                  <dgm:constr type="l" for="ch" forName="childNode2tx"/>
                  <dgm:constr type="w" for="ch" forName="parentNode2" refType="w" fact="0.8"/>
                  <dgm:constr type="h" for="ch" forName="parentNode2" refType="h" fact="0.3"/>
                  <dgm:constr type="t" for="ch" forName="parentNode2"/>
                  <dgm:constr type="l" for="ch" forName="parentNode2" refType="w" fact="0.2"/>
                  <dgm:constr type="w" for="ch" forName="connSite2" refType="w" fact="0.01"/>
                  <dgm:constr type="h" for="ch" forName="connSite2" refType="h" fact="0.01"/>
                  <dgm:constr type="t" for="ch" forName="connSite2" refType="h" fact="0.99"/>
                  <dgm:constr type="l" for="ch" forName="connSite2" refType="w" fact="0.25"/>
                </dgm:constrLst>
              </dgm:if>
              <dgm:else name="Name16">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refType="w" fact="0.1"/>
                  <dgm:constr type="w" for="ch" forName="childNode2tx" refType="w" fact="0.9"/>
                  <dgm:constr type="h" for="ch" forName="childNode2tx" refType="h" fact="0.55"/>
                  <dgm:constr type="t" for="ch" forName="childNode2tx" refType="h" fact="0.3"/>
                  <dgm:constr type="l" for="ch" forName="childNode2tx" refType="w" fact="0.1"/>
                  <dgm:constr type="w" for="ch" forName="parentNode2" refType="w" fact="0.8"/>
                  <dgm:constr type="h" for="ch" forName="parentNode2" refType="h" fact="0.3"/>
                  <dgm:constr type="t" for="ch" forName="parentNode2"/>
                  <dgm:constr type="l" for="ch" forName="parentNode2"/>
                  <dgm:constr type="w" for="ch" forName="connSite2" refType="w" fact="0.01"/>
                  <dgm:constr type="h" for="ch" forName="connSite2" refType="h" fact="0.01"/>
                  <dgm:constr type="t" for="ch" forName="connSite2" refType="h" fact="0.99"/>
                  <dgm:constr type="l" for="ch" forName="connSite2" refType="w" fact="0.85"/>
                </dgm:constrLst>
              </dgm:else>
            </dgm:choose>
            <dgm:ruleLst/>
            <dgm:layoutNode name="dummyNode2">
              <dgm:alg type="sp"/>
              <dgm:shape xmlns:r="http://schemas.openxmlformats.org/officeDocument/2006/relationships" type="rect" r:blip="" hideGeom="1">
                <dgm:adjLst/>
              </dgm:shape>
              <dgm:presOf/>
              <dgm:constrLst/>
              <dgm:ruleLst/>
            </dgm:layoutNode>
            <dgm:layoutNode name="childNode2"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2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2" styleLbl="node1">
              <dgm:varLst>
                <dgm:chMax val="0"/>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2" moveWith="childNode2">
              <dgm:alg type="sp"/>
              <dgm:shape xmlns:r="http://schemas.openxmlformats.org/officeDocument/2006/relationships" r:blip="">
                <dgm:adjLst/>
              </dgm:shape>
              <dgm:presOf/>
              <dgm:constrLst/>
              <dgm:ruleLst/>
            </dgm:layoutNode>
          </dgm:layoutNode>
          <dgm:forEach name="Name17" axis="followSib" ptType="sibTrans" cnt="1">
            <dgm:layoutNode name="Name18">
              <dgm:alg type="conn">
                <dgm:param type="connRout" val="curve"/>
                <dgm:param type="srcNode" val="parentNode2"/>
                <dgm:param type="dstNode" val="connSite1"/>
                <dgm:param type="begPts" val="tCtr"/>
                <dgm:param type="endPts" val="tCtr"/>
              </dgm:alg>
              <dgm:shape xmlns:r="http://schemas.openxmlformats.org/officeDocument/2006/relationships" type="conn" r:blip="" zOrderOff="-2">
                <dgm:adjLst/>
              </dgm:shape>
              <dgm:presOf axis="self"/>
              <dgm:choose name="Name19">
                <dgm:if name="Name20" func="var" arg="dir" op="equ" val="norm">
                  <dgm:constrLst>
                    <dgm:constr type="h" refType="w" fact="0.35"/>
                    <dgm:constr type="wArH" refType="h"/>
                    <dgm:constr type="hArH" refType="h"/>
                    <dgm:constr type="connDist"/>
                    <dgm:constr type="diam" refType="connDist" fact="1.15"/>
                    <dgm:constr type="begPad"/>
                    <dgm:constr type="endPad"/>
                  </dgm:constrLst>
                </dgm:if>
                <dgm:else name="Name21">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294E89A-86F6-9149-A99F-9B08F5E12F2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04012F1-5B0F-2A43-A808-62116CA736B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4C6AC55-2EDB-BF42-AB26-F4C700CA4CF3}" type="datetimeFigureOut">
              <a:rPr lang="en-US" smtClean="0"/>
              <a:t>1/21/2026</a:t>
            </a:fld>
            <a:endParaRPr lang="en-US"/>
          </a:p>
        </p:txBody>
      </p:sp>
      <p:sp>
        <p:nvSpPr>
          <p:cNvPr id="4" name="Footer Placeholder 3">
            <a:extLst>
              <a:ext uri="{FF2B5EF4-FFF2-40B4-BE49-F238E27FC236}">
                <a16:creationId xmlns:a16="http://schemas.microsoft.com/office/drawing/2014/main" id="{B0371E5A-3F96-F940-9DEF-7C4FC1DC459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784D3A2F-9F71-AA47-A87E-8650225C2AE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3CDE10B-5658-2B43-A14A-58734813756A}" type="slidenum">
              <a:rPr lang="en-US" smtClean="0"/>
              <a:t>‹#›</a:t>
            </a:fld>
            <a:endParaRPr lang="en-US"/>
          </a:p>
        </p:txBody>
      </p:sp>
    </p:spTree>
    <p:extLst>
      <p:ext uri="{BB962C8B-B14F-4D97-AF65-F5344CB8AC3E}">
        <p14:creationId xmlns:p14="http://schemas.microsoft.com/office/powerpoint/2010/main" val="117362974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3BF0118-6228-3548-A04B-A1F812AE9592}" type="datetimeFigureOut">
              <a:rPr lang="en-US" smtClean="0"/>
              <a:t>1/21/2026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0" tIns="0" rIns="0" bIns="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44E414-3FE9-8140-9FC1-27F6721ECE4A}" type="slidenum">
              <a:rPr lang="en-US" smtClean="0"/>
              <a:t>‹#›</a:t>
            </a:fld>
            <a:endParaRPr lang="en-US"/>
          </a:p>
        </p:txBody>
      </p:sp>
    </p:spTree>
    <p:extLst>
      <p:ext uri="{BB962C8B-B14F-4D97-AF65-F5344CB8AC3E}">
        <p14:creationId xmlns:p14="http://schemas.microsoft.com/office/powerpoint/2010/main" val="3450570241"/>
      </p:ext>
    </p:extLst>
  </p:cSld>
  <p:clrMap bg1="lt1" tx1="dk1" bg2="lt2" tx2="dk2" accent1="accent1" accent2="accent2" accent3="accent3" accent4="accent4" accent5="accent5" accent6="accent6" hlink="hlink" folHlink="folHlink"/>
  <p:notesStyle>
    <a:lvl1pPr marL="18288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1pPr>
    <a:lvl2pPr marL="36576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2pPr>
    <a:lvl3pPr marL="54864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3pPr>
    <a:lvl4pPr marL="73152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4pPr>
    <a:lvl5pPr marL="91440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5pPr>
    <a:lvl6pPr marL="109728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6pPr>
    <a:lvl7pPr marL="128016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7pPr>
    <a:lvl8pPr marL="146304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8pPr>
    <a:lvl9pPr marL="164592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1">
    <p:bg>
      <p:bgPr>
        <a:gradFill>
          <a:gsLst>
            <a:gs pos="99000">
              <a:srgbClr val="FDD501"/>
            </a:gs>
            <a:gs pos="1000">
              <a:srgbClr val="E60177"/>
            </a:gs>
          </a:gsLst>
          <a:lin ang="1986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8354568" cy="2944368"/>
          </a:xfrm>
        </p:spPr>
        <p:txBody>
          <a:bodyPr anchor="b"/>
          <a:lstStyle>
            <a:lvl1pPr algn="l">
              <a:lnSpc>
                <a:spcPct val="90000"/>
              </a:lnSpc>
              <a:defRPr sz="66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835456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7" name="Rectangle 6">
            <a:extLst>
              <a:ext uri="{FF2B5EF4-FFF2-40B4-BE49-F238E27FC236}">
                <a16:creationId xmlns:a16="http://schemas.microsoft.com/office/drawing/2014/main" id="{03EAB596-2816-934A-F43F-7E02A732003D}"/>
              </a:ext>
            </a:extLst>
          </p:cNvPr>
          <p:cNvSpPr>
            <a:spLocks noGrp="1" noRot="1" noMove="1" noResize="1" noEditPoints="1" noAdjustHandles="1" noChangeArrowheads="1" noChangeShapeType="1"/>
          </p:cNvSpPr>
          <p:nvPr userDrawn="1"/>
        </p:nvSpPr>
        <p:spPr>
          <a:xfrm>
            <a:off x="2242457" y="6429829"/>
            <a:ext cx="9949543" cy="428171"/>
          </a:xfrm>
          <a:prstGeom prst="rect">
            <a:avLst/>
          </a:prstGeom>
          <a:gradFill>
            <a:gsLst>
              <a:gs pos="86000">
                <a:srgbClr val="F69525"/>
              </a:gs>
              <a:gs pos="54000">
                <a:srgbClr val="F1673E"/>
              </a:gs>
              <a:gs pos="100000">
                <a:srgbClr val="F8A71B"/>
              </a:gs>
              <a:gs pos="25000">
                <a:srgbClr val="ED3E55"/>
              </a:gs>
              <a:gs pos="0">
                <a:srgbClr val="EA2265"/>
              </a:gs>
            </a:gsLst>
            <a:lin ang="19860000" scaled="0"/>
          </a:gra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pic>
        <p:nvPicPr>
          <p:cNvPr id="5" name="Picture 4" descr="A white letter on black background&#10;&#10;AI-generated content may be incorrect.">
            <a:extLst>
              <a:ext uri="{FF2B5EF4-FFF2-40B4-BE49-F238E27FC236}">
                <a16:creationId xmlns:a16="http://schemas.microsoft.com/office/drawing/2014/main" id="{2AE9A991-1731-088C-872E-5F0729EE9A0D}"/>
              </a:ext>
            </a:extLst>
          </p:cNvPr>
          <p:cNvPicPr>
            <a:picLocks noChangeAspect="1"/>
          </p:cNvPicPr>
          <p:nvPr userDrawn="1"/>
        </p:nvPicPr>
        <p:blipFill>
          <a:blip r:embed="rId2"/>
          <a:stretch>
            <a:fillRect/>
          </a:stretch>
        </p:blipFill>
        <p:spPr>
          <a:xfrm>
            <a:off x="481330" y="6081208"/>
            <a:ext cx="2124305" cy="292160"/>
          </a:xfrm>
          <a:prstGeom prst="rect">
            <a:avLst/>
          </a:prstGeom>
        </p:spPr>
      </p:pic>
    </p:spTree>
    <p:extLst>
      <p:ext uri="{BB962C8B-B14F-4D97-AF65-F5344CB8AC3E}">
        <p14:creationId xmlns:p14="http://schemas.microsoft.com/office/powerpoint/2010/main" val="297519104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5568" userDrawn="1">
          <p15:clr>
            <a:srgbClr val="C35EA4"/>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2">
    <p:bg>
      <p:bgPr>
        <a:gradFill>
          <a:gsLst>
            <a:gs pos="0">
              <a:srgbClr val="BD03F7"/>
            </a:gs>
            <a:gs pos="50000">
              <a:srgbClr val="3539F4"/>
            </a:gs>
            <a:gs pos="100000">
              <a:srgbClr val="0068FF"/>
            </a:gs>
          </a:gsLst>
          <a:lin ang="360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8354568" cy="2944368"/>
          </a:xfrm>
        </p:spPr>
        <p:txBody>
          <a:bodyPr anchor="b"/>
          <a:lstStyle>
            <a:lvl1pPr algn="l">
              <a:lnSpc>
                <a:spcPct val="90000"/>
              </a:lnSpc>
              <a:defRPr sz="66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835456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7" name="Rectangle 6">
            <a:extLst>
              <a:ext uri="{FF2B5EF4-FFF2-40B4-BE49-F238E27FC236}">
                <a16:creationId xmlns:a16="http://schemas.microsoft.com/office/drawing/2014/main" id="{EE7529FE-8674-66E7-70AC-189F17E5F94C}"/>
              </a:ext>
            </a:extLst>
          </p:cNvPr>
          <p:cNvSpPr>
            <a:spLocks noGrp="1" noRot="1" noMove="1" noResize="1" noEditPoints="1" noAdjustHandles="1" noChangeArrowheads="1" noChangeShapeType="1"/>
          </p:cNvSpPr>
          <p:nvPr userDrawn="1"/>
        </p:nvSpPr>
        <p:spPr>
          <a:xfrm>
            <a:off x="2242457" y="6429829"/>
            <a:ext cx="9949543" cy="428171"/>
          </a:xfrm>
          <a:prstGeom prst="rect">
            <a:avLst/>
          </a:prstGeom>
          <a:gradFill>
            <a:gsLst>
              <a:gs pos="69000">
                <a:srgbClr val="0F5AFC"/>
              </a:gs>
              <a:gs pos="20000">
                <a:srgbClr val="2B42F6">
                  <a:alpha val="70400"/>
                </a:srgbClr>
              </a:gs>
              <a:gs pos="40000">
                <a:srgbClr val="1C4FF9">
                  <a:alpha val="82998"/>
                </a:srgbClr>
              </a:gs>
              <a:gs pos="0">
                <a:srgbClr val="2B42F6"/>
              </a:gs>
              <a:gs pos="100000">
                <a:srgbClr val="0563FE"/>
              </a:gs>
            </a:gsLst>
            <a:lin ang="19860000" scaled="0"/>
          </a:gra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pic>
        <p:nvPicPr>
          <p:cNvPr id="5" name="Picture 4" descr="A white letter on black background&#10;&#10;AI-generated content may be incorrect.">
            <a:extLst>
              <a:ext uri="{FF2B5EF4-FFF2-40B4-BE49-F238E27FC236}">
                <a16:creationId xmlns:a16="http://schemas.microsoft.com/office/drawing/2014/main" id="{110C0A59-98DE-7D8F-86CF-99E5F4FE7915}"/>
              </a:ext>
            </a:extLst>
          </p:cNvPr>
          <p:cNvPicPr>
            <a:picLocks noChangeAspect="1"/>
          </p:cNvPicPr>
          <p:nvPr userDrawn="1"/>
        </p:nvPicPr>
        <p:blipFill>
          <a:blip r:embed="rId2"/>
          <a:stretch>
            <a:fillRect/>
          </a:stretch>
        </p:blipFill>
        <p:spPr>
          <a:xfrm>
            <a:off x="481330" y="6081208"/>
            <a:ext cx="2124305" cy="292160"/>
          </a:xfrm>
          <a:prstGeom prst="rect">
            <a:avLst/>
          </a:prstGeom>
        </p:spPr>
      </p:pic>
    </p:spTree>
    <p:extLst>
      <p:ext uri="{BB962C8B-B14F-4D97-AF65-F5344CB8AC3E}">
        <p14:creationId xmlns:p14="http://schemas.microsoft.com/office/powerpoint/2010/main" val="404440596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5568" userDrawn="1">
          <p15:clr>
            <a:srgbClr val="C35EA4"/>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3">
    <p:bg>
      <p:bgPr>
        <a:gradFill>
          <a:gsLst>
            <a:gs pos="100000">
              <a:srgbClr val="E60177"/>
            </a:gs>
            <a:gs pos="50000">
              <a:srgbClr val="E81245"/>
            </a:gs>
            <a:gs pos="0">
              <a:srgbClr val="BD03F7"/>
            </a:gs>
          </a:gsLst>
          <a:lin ang="1986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8354568" cy="2944368"/>
          </a:xfrm>
        </p:spPr>
        <p:txBody>
          <a:bodyPr anchor="b"/>
          <a:lstStyle>
            <a:lvl1pPr algn="l">
              <a:lnSpc>
                <a:spcPct val="90000"/>
              </a:lnSpc>
              <a:defRPr sz="66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835456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7" name="Rectangle 6">
            <a:extLst>
              <a:ext uri="{FF2B5EF4-FFF2-40B4-BE49-F238E27FC236}">
                <a16:creationId xmlns:a16="http://schemas.microsoft.com/office/drawing/2014/main" id="{207A1B12-2B36-1F30-8158-AA19470114CD}"/>
              </a:ext>
            </a:extLst>
          </p:cNvPr>
          <p:cNvSpPr>
            <a:spLocks noGrp="1" noRot="1" noMove="1" noResize="1" noEditPoints="1" noAdjustHandles="1" noChangeArrowheads="1" noChangeShapeType="1"/>
          </p:cNvSpPr>
          <p:nvPr userDrawn="1"/>
        </p:nvSpPr>
        <p:spPr>
          <a:xfrm>
            <a:off x="2756950" y="6429829"/>
            <a:ext cx="9435050" cy="428171"/>
          </a:xfrm>
          <a:prstGeom prst="rect">
            <a:avLst/>
          </a:prstGeom>
          <a:gradFill>
            <a:gsLst>
              <a:gs pos="69000">
                <a:srgbClr val="E70E52"/>
              </a:gs>
              <a:gs pos="20000">
                <a:srgbClr val="D90D84">
                  <a:alpha val="70196"/>
                </a:srgbClr>
              </a:gs>
              <a:gs pos="40000">
                <a:srgbClr val="E71248">
                  <a:alpha val="50000"/>
                </a:srgbClr>
              </a:gs>
              <a:gs pos="0">
                <a:srgbClr val="CE09B0"/>
              </a:gs>
              <a:gs pos="100000">
                <a:srgbClr val="E7095F"/>
              </a:gs>
            </a:gsLst>
            <a:lin ang="19860000" scaled="0"/>
          </a:gra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pic>
        <p:nvPicPr>
          <p:cNvPr id="6" name="Picture 5" descr="A white letter on black background&#10;&#10;AI-generated content may be incorrect.">
            <a:extLst>
              <a:ext uri="{FF2B5EF4-FFF2-40B4-BE49-F238E27FC236}">
                <a16:creationId xmlns:a16="http://schemas.microsoft.com/office/drawing/2014/main" id="{72B66E50-E002-F365-B231-30C9BC66D006}"/>
              </a:ext>
            </a:extLst>
          </p:cNvPr>
          <p:cNvPicPr>
            <a:picLocks noChangeAspect="1"/>
          </p:cNvPicPr>
          <p:nvPr userDrawn="1"/>
        </p:nvPicPr>
        <p:blipFill>
          <a:blip r:embed="rId2"/>
          <a:stretch>
            <a:fillRect/>
          </a:stretch>
        </p:blipFill>
        <p:spPr>
          <a:xfrm>
            <a:off x="481330" y="6081208"/>
            <a:ext cx="2124305" cy="292160"/>
          </a:xfrm>
          <a:prstGeom prst="rect">
            <a:avLst/>
          </a:prstGeom>
        </p:spPr>
      </p:pic>
    </p:spTree>
    <p:extLst>
      <p:ext uri="{BB962C8B-B14F-4D97-AF65-F5344CB8AC3E}">
        <p14:creationId xmlns:p14="http://schemas.microsoft.com/office/powerpoint/2010/main" val="129543315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5568" userDrawn="1">
          <p15:clr>
            <a:srgbClr val="C35EA4"/>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4">
    <p:bg>
      <p:bgPr>
        <a:gradFill>
          <a:gsLst>
            <a:gs pos="0">
              <a:srgbClr val="01AB01"/>
            </a:gs>
            <a:gs pos="50000">
              <a:srgbClr val="0068FF"/>
            </a:gs>
            <a:gs pos="100000">
              <a:srgbClr val="3539F4"/>
            </a:gs>
          </a:gsLst>
          <a:lin ang="360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8354568" cy="2944368"/>
          </a:xfrm>
        </p:spPr>
        <p:txBody>
          <a:bodyPr anchor="b"/>
          <a:lstStyle>
            <a:lvl1pPr algn="l">
              <a:lnSpc>
                <a:spcPct val="90000"/>
              </a:lnSpc>
              <a:defRPr sz="54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835456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7" name="Rectangle 6">
            <a:extLst>
              <a:ext uri="{FF2B5EF4-FFF2-40B4-BE49-F238E27FC236}">
                <a16:creationId xmlns:a16="http://schemas.microsoft.com/office/drawing/2014/main" id="{0694166E-BE08-AE5C-72B8-0E3A74F7D9F7}"/>
              </a:ext>
            </a:extLst>
          </p:cNvPr>
          <p:cNvSpPr>
            <a:spLocks noGrp="1" noRot="1" noMove="1" noResize="1" noEditPoints="1" noAdjustHandles="1" noChangeArrowheads="1" noChangeShapeType="1"/>
          </p:cNvSpPr>
          <p:nvPr userDrawn="1"/>
        </p:nvSpPr>
        <p:spPr>
          <a:xfrm>
            <a:off x="2756950" y="6429829"/>
            <a:ext cx="9435050" cy="428171"/>
          </a:xfrm>
          <a:prstGeom prst="rect">
            <a:avLst/>
          </a:prstGeom>
          <a:gradFill>
            <a:gsLst>
              <a:gs pos="81500">
                <a:srgbClr val="2843F7"/>
              </a:gs>
              <a:gs pos="62000">
                <a:srgbClr val="1F4DF9">
                  <a:alpha val="82000"/>
                </a:srgbClr>
              </a:gs>
              <a:gs pos="20000">
                <a:srgbClr val="0F5BFC">
                  <a:alpha val="69804"/>
                </a:srgbClr>
              </a:gs>
              <a:gs pos="39000">
                <a:srgbClr val="1654FA">
                  <a:alpha val="77393"/>
                </a:srgbClr>
              </a:gs>
              <a:gs pos="0">
                <a:srgbClr val="0861FD"/>
              </a:gs>
              <a:gs pos="100000">
                <a:srgbClr val="303EF5"/>
              </a:gs>
            </a:gsLst>
            <a:lin ang="19860000" scaled="0"/>
          </a:gra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pic>
        <p:nvPicPr>
          <p:cNvPr id="6" name="Picture 5" descr="A white letter on black background&#10;&#10;AI-generated content may be incorrect.">
            <a:extLst>
              <a:ext uri="{FF2B5EF4-FFF2-40B4-BE49-F238E27FC236}">
                <a16:creationId xmlns:a16="http://schemas.microsoft.com/office/drawing/2014/main" id="{465B2167-38F3-7D39-ABBF-410CF424B46F}"/>
              </a:ext>
            </a:extLst>
          </p:cNvPr>
          <p:cNvPicPr>
            <a:picLocks noChangeAspect="1"/>
          </p:cNvPicPr>
          <p:nvPr userDrawn="1"/>
        </p:nvPicPr>
        <p:blipFill>
          <a:blip r:embed="rId2"/>
          <a:stretch>
            <a:fillRect/>
          </a:stretch>
        </p:blipFill>
        <p:spPr>
          <a:xfrm>
            <a:off x="481330" y="6081208"/>
            <a:ext cx="2124305" cy="292160"/>
          </a:xfrm>
          <a:prstGeom prst="rect">
            <a:avLst/>
          </a:prstGeom>
        </p:spPr>
      </p:pic>
    </p:spTree>
    <p:extLst>
      <p:ext uri="{BB962C8B-B14F-4D97-AF65-F5344CB8AC3E}">
        <p14:creationId xmlns:p14="http://schemas.microsoft.com/office/powerpoint/2010/main" val="322326921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5568" userDrawn="1">
          <p15:clr>
            <a:srgbClr val="C35EA4"/>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5 - Tagline">
    <p:bg>
      <p:bgPr>
        <a:gradFill>
          <a:gsLst>
            <a:gs pos="0">
              <a:srgbClr val="0068FF"/>
            </a:gs>
            <a:gs pos="50000">
              <a:srgbClr val="000000"/>
            </a:gs>
            <a:gs pos="100000">
              <a:srgbClr val="4F5A6C"/>
            </a:gs>
          </a:gsLst>
          <a:lin ang="1986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8354568" cy="2944368"/>
          </a:xfrm>
        </p:spPr>
        <p:txBody>
          <a:bodyPr anchor="b"/>
          <a:lstStyle>
            <a:lvl1pPr algn="l">
              <a:lnSpc>
                <a:spcPct val="90000"/>
              </a:lnSpc>
              <a:defRPr sz="54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835456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7" name="Rectangle 6">
            <a:extLst>
              <a:ext uri="{FF2B5EF4-FFF2-40B4-BE49-F238E27FC236}">
                <a16:creationId xmlns:a16="http://schemas.microsoft.com/office/drawing/2014/main" id="{0ADDF1D4-1256-9276-BFC7-692D2AEA53F6}"/>
              </a:ext>
            </a:extLst>
          </p:cNvPr>
          <p:cNvSpPr>
            <a:spLocks noGrp="1" noRot="1" noMove="1" noResize="1" noEditPoints="1" noAdjustHandles="1" noChangeArrowheads="1" noChangeShapeType="1"/>
          </p:cNvSpPr>
          <p:nvPr userDrawn="1"/>
        </p:nvSpPr>
        <p:spPr>
          <a:xfrm>
            <a:off x="6858000" y="6429829"/>
            <a:ext cx="5334000" cy="428171"/>
          </a:xfrm>
          <a:prstGeom prst="rect">
            <a:avLst/>
          </a:prstGeom>
          <a:gradFill>
            <a:gsLst>
              <a:gs pos="86000">
                <a:srgbClr val="242931"/>
              </a:gs>
              <a:gs pos="60000">
                <a:srgbClr val="171A1F"/>
              </a:gs>
              <a:gs pos="43000">
                <a:srgbClr val="0B0C0E">
                  <a:alpha val="95000"/>
                </a:srgbClr>
              </a:gs>
              <a:gs pos="24000">
                <a:srgbClr val="040405">
                  <a:alpha val="46000"/>
                </a:srgbClr>
              </a:gs>
              <a:gs pos="0">
                <a:srgbClr val="000F24">
                  <a:alpha val="35000"/>
                </a:srgbClr>
              </a:gs>
              <a:gs pos="100000">
                <a:srgbClr val="2C323C"/>
              </a:gs>
            </a:gsLst>
            <a:lin ang="19860000" scaled="0"/>
          </a:gra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pic>
        <p:nvPicPr>
          <p:cNvPr id="6" name="Picture 5" descr="A white letter on black background&#10;&#10;AI-generated content may be incorrect.">
            <a:extLst>
              <a:ext uri="{FF2B5EF4-FFF2-40B4-BE49-F238E27FC236}">
                <a16:creationId xmlns:a16="http://schemas.microsoft.com/office/drawing/2014/main" id="{E0A750A0-4A47-1C89-D304-6F66317EF1E4}"/>
              </a:ext>
            </a:extLst>
          </p:cNvPr>
          <p:cNvPicPr>
            <a:picLocks noChangeAspect="1"/>
          </p:cNvPicPr>
          <p:nvPr userDrawn="1"/>
        </p:nvPicPr>
        <p:blipFill>
          <a:blip r:embed="rId2"/>
          <a:stretch>
            <a:fillRect/>
          </a:stretch>
        </p:blipFill>
        <p:spPr>
          <a:xfrm>
            <a:off x="481330" y="6081208"/>
            <a:ext cx="2124305" cy="292160"/>
          </a:xfrm>
          <a:prstGeom prst="rect">
            <a:avLst/>
          </a:prstGeom>
        </p:spPr>
      </p:pic>
    </p:spTree>
    <p:extLst>
      <p:ext uri="{BB962C8B-B14F-4D97-AF65-F5344CB8AC3E}">
        <p14:creationId xmlns:p14="http://schemas.microsoft.com/office/powerpoint/2010/main" val="65074394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5568" userDrawn="1">
          <p15:clr>
            <a:srgbClr val="C35EA4"/>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6 - Tagline">
    <p:bg>
      <p:bgPr>
        <a:gradFill>
          <a:gsLst>
            <a:gs pos="0">
              <a:srgbClr val="BD03F7"/>
            </a:gs>
            <a:gs pos="50000">
              <a:srgbClr val="000000"/>
            </a:gs>
            <a:gs pos="100000">
              <a:srgbClr val="4F5A6C"/>
            </a:gs>
          </a:gsLst>
          <a:lin ang="1842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8354568" cy="2944368"/>
          </a:xfrm>
        </p:spPr>
        <p:txBody>
          <a:bodyPr anchor="b"/>
          <a:lstStyle>
            <a:lvl1pPr algn="l">
              <a:lnSpc>
                <a:spcPct val="90000"/>
              </a:lnSpc>
              <a:defRPr sz="66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835456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7" name="Rectangle 6">
            <a:extLst>
              <a:ext uri="{FF2B5EF4-FFF2-40B4-BE49-F238E27FC236}">
                <a16:creationId xmlns:a16="http://schemas.microsoft.com/office/drawing/2014/main" id="{749FD661-319F-7662-B929-5B84BC187778}"/>
              </a:ext>
            </a:extLst>
          </p:cNvPr>
          <p:cNvSpPr>
            <a:spLocks noGrp="1" noRot="1" noMove="1" noResize="1" noEditPoints="1" noAdjustHandles="1" noChangeArrowheads="1" noChangeShapeType="1"/>
          </p:cNvSpPr>
          <p:nvPr userDrawn="1"/>
        </p:nvSpPr>
        <p:spPr>
          <a:xfrm>
            <a:off x="6858000" y="6429829"/>
            <a:ext cx="5334000" cy="428171"/>
          </a:xfrm>
          <a:prstGeom prst="rect">
            <a:avLst/>
          </a:prstGeom>
          <a:gradFill>
            <a:gsLst>
              <a:gs pos="77000">
                <a:srgbClr val="07080A"/>
              </a:gs>
              <a:gs pos="59000">
                <a:srgbClr val="010102">
                  <a:alpha val="98534"/>
                </a:srgbClr>
              </a:gs>
              <a:gs pos="43000">
                <a:srgbClr val="14001B">
                  <a:alpha val="67565"/>
                </a:srgbClr>
              </a:gs>
              <a:gs pos="23000">
                <a:srgbClr val="260132">
                  <a:alpha val="15754"/>
                </a:srgbClr>
              </a:gs>
              <a:gs pos="0">
                <a:srgbClr val="39014B">
                  <a:alpha val="15000"/>
                </a:srgbClr>
              </a:gs>
              <a:gs pos="98000">
                <a:srgbClr val="0F1114"/>
              </a:gs>
            </a:gsLst>
            <a:lin ang="19860000" scaled="0"/>
          </a:gra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pic>
        <p:nvPicPr>
          <p:cNvPr id="6" name="Picture 5" descr="A white letter on black background&#10;&#10;AI-generated content may be incorrect.">
            <a:extLst>
              <a:ext uri="{FF2B5EF4-FFF2-40B4-BE49-F238E27FC236}">
                <a16:creationId xmlns:a16="http://schemas.microsoft.com/office/drawing/2014/main" id="{C04B366D-C68C-E8E1-D016-2C47758B44E8}"/>
              </a:ext>
            </a:extLst>
          </p:cNvPr>
          <p:cNvPicPr>
            <a:picLocks noChangeAspect="1"/>
          </p:cNvPicPr>
          <p:nvPr userDrawn="1"/>
        </p:nvPicPr>
        <p:blipFill>
          <a:blip r:embed="rId2"/>
          <a:stretch>
            <a:fillRect/>
          </a:stretch>
        </p:blipFill>
        <p:spPr>
          <a:xfrm>
            <a:off x="481330" y="6081208"/>
            <a:ext cx="2124305" cy="292160"/>
          </a:xfrm>
          <a:prstGeom prst="rect">
            <a:avLst/>
          </a:prstGeom>
        </p:spPr>
      </p:pic>
    </p:spTree>
    <p:extLst>
      <p:ext uri="{BB962C8B-B14F-4D97-AF65-F5344CB8AC3E}">
        <p14:creationId xmlns:p14="http://schemas.microsoft.com/office/powerpoint/2010/main" val="336047472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5568" userDrawn="1">
          <p15:clr>
            <a:srgbClr val="C35EA4"/>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able of Conte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4A6B02-6947-5249-AFBD-D9060B065257}"/>
              </a:ext>
            </a:extLst>
          </p:cNvPr>
          <p:cNvSpPr>
            <a:spLocks noGrp="1"/>
          </p:cNvSpPr>
          <p:nvPr>
            <p:ph type="title" hasCustomPrompt="1"/>
          </p:nvPr>
        </p:nvSpPr>
        <p:spPr/>
        <p:txBody>
          <a:bodyPr/>
          <a:lstStyle/>
          <a:p>
            <a:r>
              <a:rPr lang="en-US" dirty="0"/>
              <a:t>[Slide title]</a:t>
            </a:r>
          </a:p>
        </p:txBody>
      </p:sp>
      <p:sp>
        <p:nvSpPr>
          <p:cNvPr id="5" name="Text Placeholder 2">
            <a:extLst>
              <a:ext uri="{FF2B5EF4-FFF2-40B4-BE49-F238E27FC236}">
                <a16:creationId xmlns:a16="http://schemas.microsoft.com/office/drawing/2014/main" id="{32CFE74F-DEB7-DD4E-8A91-816727F725C3}"/>
              </a:ext>
            </a:extLst>
          </p:cNvPr>
          <p:cNvSpPr>
            <a:spLocks noGrp="1"/>
          </p:cNvSpPr>
          <p:nvPr>
            <p:ph type="body" sz="quarter" idx="10" hasCustomPrompt="1"/>
          </p:nvPr>
        </p:nvSpPr>
        <p:spPr>
          <a:xfrm>
            <a:off x="484630" y="1664207"/>
            <a:ext cx="11219688" cy="3531409"/>
          </a:xfrm>
        </p:spPr>
        <p:txBody>
          <a:bodyPr numCol="2"/>
          <a:lstStyle>
            <a:lvl1pPr marL="0" indent="0">
              <a:spcBef>
                <a:spcPts val="1800"/>
              </a:spcBef>
              <a:buFontTx/>
              <a:buNone/>
              <a:tabLst>
                <a:tab pos="5253038" algn="r"/>
              </a:tabLst>
              <a:defRPr b="1"/>
            </a:lvl1pPr>
            <a:lvl2pPr marL="0" indent="0">
              <a:buFontTx/>
              <a:buNone/>
              <a:tabLst>
                <a:tab pos="5253038" algn="r"/>
              </a:tabLst>
              <a:defRPr/>
            </a:lvl2pPr>
            <a:lvl3pPr marL="182880" indent="-182563">
              <a:buFont typeface="Verdana" panose="020B0604030504040204" pitchFamily="34" charset="0"/>
              <a:buChar char="–"/>
              <a:tabLst>
                <a:tab pos="5253038" algn="r"/>
              </a:tabLst>
              <a:defRPr/>
            </a:lvl3pPr>
            <a:lvl4pPr marL="365760" indent="-182563">
              <a:tabLst>
                <a:tab pos="5253038" algn="r"/>
              </a:tabLst>
              <a:defRPr/>
            </a:lvl4pPr>
            <a:lvl5pPr marL="548640" indent="-182563">
              <a:tabLst>
                <a:tab pos="5253038" algn="r"/>
              </a:tabLst>
              <a:defRPr/>
            </a:lvl5pPr>
            <a:lvl6pPr marL="731520" indent="-182563">
              <a:tabLst>
                <a:tab pos="5253038" algn="r"/>
              </a:tabLst>
              <a:defRPr/>
            </a:lvl6pPr>
            <a:lvl7pPr marL="914400" indent="-182563">
              <a:tabLst>
                <a:tab pos="5253038" algn="r"/>
              </a:tabLst>
              <a:defRPr/>
            </a:lvl7pPr>
            <a:lvl8pPr marL="1097280" indent="-182563">
              <a:tabLst>
                <a:tab pos="5253038" algn="r"/>
              </a:tabLst>
              <a:defRPr/>
            </a:lvl8pPr>
            <a:lvl9pPr marL="1280160" indent="-182563">
              <a:tabLst>
                <a:tab pos="5253038" algn="r"/>
              </a:tabLst>
              <a:defRPr/>
            </a:lvl9pPr>
          </a:lstStyle>
          <a:p>
            <a:pPr lvl="0"/>
            <a:r>
              <a:rPr lang="en-US" dirty="0"/>
              <a:t>[Section title]</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Tree>
    <p:extLst>
      <p:ext uri="{BB962C8B-B14F-4D97-AF65-F5344CB8AC3E}">
        <p14:creationId xmlns:p14="http://schemas.microsoft.com/office/powerpoint/2010/main" val="438187272"/>
      </p:ext>
    </p:extLst>
  </p:cSld>
  <p:clrMapOvr>
    <a:masterClrMapping/>
  </p:clrMapOvr>
  <p:extLst>
    <p:ext uri="{DCECCB84-F9BA-43D5-87BE-67443E8EF086}">
      <p15:sldGuideLst xmlns:p15="http://schemas.microsoft.com/office/powerpoint/2012/main">
        <p15:guide id="1" orient="horz" pos="1046" userDrawn="1">
          <p15:clr>
            <a:srgbClr val="5ACBF0"/>
          </p15:clr>
        </p15:guide>
        <p15:guide id="2" pos="3688" userDrawn="1">
          <p15:clr>
            <a:srgbClr val="C35EA4"/>
          </p15:clr>
        </p15:guide>
        <p15:guide id="3" pos="3988" userDrawn="1">
          <p15:clr>
            <a:srgbClr val="C35EA4"/>
          </p15:clr>
        </p15:guide>
        <p15:guide id="4" orient="horz" pos="3274" userDrawn="1">
          <p15:clr>
            <a:srgbClr val="5ACBF0"/>
          </p15:clr>
        </p15:guide>
        <p15:guide id="5" orient="horz" pos="2528" userDrawn="1">
          <p15:clr>
            <a:srgbClr val="5ACBF0"/>
          </p15:clr>
        </p15:guide>
        <p15:guide id="6" orient="horz" pos="1790" userDrawn="1">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D7435F-F363-DC4B-A5A7-E1BAD98772D4}"/>
              </a:ext>
            </a:extLst>
          </p:cNvPr>
          <p:cNvSpPr>
            <a:spLocks noGrp="1"/>
          </p:cNvSpPr>
          <p:nvPr>
            <p:ph type="title" hasCustomPrompt="1"/>
          </p:nvPr>
        </p:nvSpPr>
        <p:spPr/>
        <p:txBody>
          <a:bodyPr/>
          <a:lstStyle/>
          <a:p>
            <a:r>
              <a:rPr lang="en-US" dirty="0"/>
              <a:t>[Slide title]</a:t>
            </a:r>
          </a:p>
        </p:txBody>
      </p:sp>
      <p:sp>
        <p:nvSpPr>
          <p:cNvPr id="6" name="Text Placeholder 2">
            <a:extLst>
              <a:ext uri="{FF2B5EF4-FFF2-40B4-BE49-F238E27FC236}">
                <a16:creationId xmlns:a16="http://schemas.microsoft.com/office/drawing/2014/main" id="{3EC527AC-ABA0-E74E-9C6D-C4CD3736E92D}"/>
              </a:ext>
            </a:extLst>
          </p:cNvPr>
          <p:cNvSpPr>
            <a:spLocks noGrp="1"/>
          </p:cNvSpPr>
          <p:nvPr>
            <p:ph type="body" sz="quarter" idx="10" hasCustomPrompt="1"/>
          </p:nvPr>
        </p:nvSpPr>
        <p:spPr>
          <a:xfrm>
            <a:off x="484630" y="1664208"/>
            <a:ext cx="228600" cy="45720"/>
          </a:xfrm>
          <a:solidFill>
            <a:schemeClr val="tx1"/>
          </a:solidFill>
        </p:spPr>
        <p:txBody>
          <a:bodyPr>
            <a:noAutofit/>
          </a:bodyPr>
          <a:lstStyle>
            <a:lvl1pPr marL="0" indent="0">
              <a:spcBef>
                <a:spcPts val="0"/>
              </a:spcBef>
              <a:buFontTx/>
              <a:buNone/>
              <a:defRPr sz="500">
                <a:solidFill>
                  <a:schemeClr val="tx1"/>
                </a:solidFill>
              </a:defRPr>
            </a:lvl1pPr>
            <a:lvl2pPr marL="0" indent="0">
              <a:spcBef>
                <a:spcPts val="0"/>
              </a:spcBef>
              <a:buFontTx/>
              <a:buNone/>
              <a:defRPr sz="500">
                <a:solidFill>
                  <a:srgbClr val="BD03F7"/>
                </a:solidFill>
              </a:defRPr>
            </a:lvl2pPr>
            <a:lvl3pPr marL="0" indent="0">
              <a:spcBef>
                <a:spcPts val="0"/>
              </a:spcBef>
              <a:buFontTx/>
              <a:buNone/>
              <a:defRPr sz="500">
                <a:solidFill>
                  <a:srgbClr val="BD03F7"/>
                </a:solidFill>
              </a:defRPr>
            </a:lvl3pPr>
            <a:lvl4pPr marL="0" indent="0">
              <a:spcBef>
                <a:spcPts val="0"/>
              </a:spcBef>
              <a:buFontTx/>
              <a:buNone/>
              <a:defRPr sz="500">
                <a:solidFill>
                  <a:srgbClr val="BD03F7"/>
                </a:solidFill>
              </a:defRPr>
            </a:lvl4pPr>
            <a:lvl5pPr marL="0" indent="0">
              <a:spcBef>
                <a:spcPts val="0"/>
              </a:spcBef>
              <a:buFontTx/>
              <a:buNone/>
              <a:defRPr sz="500">
                <a:solidFill>
                  <a:srgbClr val="BD03F7"/>
                </a:solidFill>
              </a:defRPr>
            </a:lvl5pPr>
            <a:lvl6pPr marL="0" indent="0">
              <a:spcBef>
                <a:spcPts val="0"/>
              </a:spcBef>
              <a:buFontTx/>
              <a:buNone/>
              <a:defRPr sz="500">
                <a:solidFill>
                  <a:srgbClr val="BD03F7"/>
                </a:solidFill>
              </a:defRPr>
            </a:lvl6pPr>
            <a:lvl7pPr marL="0" indent="0">
              <a:spcBef>
                <a:spcPts val="0"/>
              </a:spcBef>
              <a:buFontTx/>
              <a:buNone/>
              <a:defRPr sz="500">
                <a:solidFill>
                  <a:srgbClr val="BD03F7"/>
                </a:solidFill>
              </a:defRPr>
            </a:lvl7pPr>
            <a:lvl8pPr marL="0" indent="0">
              <a:spcBef>
                <a:spcPts val="0"/>
              </a:spcBef>
              <a:buFontTx/>
              <a:buNone/>
              <a:defRPr sz="500">
                <a:solidFill>
                  <a:srgbClr val="BD03F7"/>
                </a:solidFill>
              </a:defRPr>
            </a:lvl8pPr>
            <a:lvl9pPr marL="0" indent="0">
              <a:spcBef>
                <a:spcPts val="0"/>
              </a:spcBef>
              <a:buFontTx/>
              <a:buNone/>
              <a:defRPr sz="500">
                <a:solidFill>
                  <a:srgbClr val="BD03F7"/>
                </a:solidFill>
              </a:defRPr>
            </a:lvl9pPr>
          </a:lstStyle>
          <a:p>
            <a:pPr lvl="0"/>
            <a:r>
              <a:rPr lang="en-US" dirty="0"/>
              <a:t> </a:t>
            </a:r>
          </a:p>
        </p:txBody>
      </p:sp>
      <p:sp>
        <p:nvSpPr>
          <p:cNvPr id="8" name="Text Placeholder 3">
            <a:extLst>
              <a:ext uri="{FF2B5EF4-FFF2-40B4-BE49-F238E27FC236}">
                <a16:creationId xmlns:a16="http://schemas.microsoft.com/office/drawing/2014/main" id="{A7EC4445-3CBA-A747-8031-53AA705FBA99}"/>
              </a:ext>
            </a:extLst>
          </p:cNvPr>
          <p:cNvSpPr>
            <a:spLocks noGrp="1"/>
          </p:cNvSpPr>
          <p:nvPr>
            <p:ph type="body" sz="quarter" idx="11" hasCustomPrompt="1"/>
          </p:nvPr>
        </p:nvSpPr>
        <p:spPr>
          <a:xfrm>
            <a:off x="484629" y="1772284"/>
            <a:ext cx="2441448" cy="1627632"/>
          </a:xfrm>
        </p:spPr>
        <p:txBody>
          <a:bodyPr>
            <a:noAutofit/>
          </a:bodyPr>
          <a:lstStyle>
            <a:lvl1pPr marL="0" indent="0">
              <a:spcBef>
                <a:spcPts val="0"/>
              </a:spcBef>
              <a:buFontTx/>
              <a:buNone/>
              <a:defRPr sz="2400" b="1"/>
            </a:lvl1pPr>
            <a:lvl2pPr marL="0" indent="0">
              <a:spcBef>
                <a:spcPts val="1200"/>
              </a:spcBef>
              <a:buFontTx/>
              <a:buNone/>
              <a:defRPr/>
            </a:lvl2pPr>
            <a:lvl3pPr marL="0" indent="0">
              <a:buNone/>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dirty="0"/>
              <a:t>[Agenda item 1]</a:t>
            </a:r>
          </a:p>
          <a:p>
            <a:pPr lvl="1"/>
            <a:r>
              <a:rPr lang="en-US" dirty="0"/>
              <a:t>Second level</a:t>
            </a:r>
          </a:p>
        </p:txBody>
      </p:sp>
      <p:sp>
        <p:nvSpPr>
          <p:cNvPr id="15" name="Text Placeholder 4">
            <a:extLst>
              <a:ext uri="{FF2B5EF4-FFF2-40B4-BE49-F238E27FC236}">
                <a16:creationId xmlns:a16="http://schemas.microsoft.com/office/drawing/2014/main" id="{8946F610-76A7-5446-96AC-602E3CAAE785}"/>
              </a:ext>
            </a:extLst>
          </p:cNvPr>
          <p:cNvSpPr>
            <a:spLocks noGrp="1"/>
          </p:cNvSpPr>
          <p:nvPr>
            <p:ph type="body" sz="quarter" idx="12" hasCustomPrompt="1"/>
          </p:nvPr>
        </p:nvSpPr>
        <p:spPr>
          <a:xfrm>
            <a:off x="3410709" y="1664208"/>
            <a:ext cx="228600" cy="45720"/>
          </a:xfrm>
          <a:solidFill>
            <a:schemeClr val="tx1"/>
          </a:solidFill>
        </p:spPr>
        <p:txBody>
          <a:bodyPr>
            <a:noAutofit/>
          </a:bodyPr>
          <a:lstStyle>
            <a:lvl1pPr marL="0" indent="0">
              <a:spcBef>
                <a:spcPts val="0"/>
              </a:spcBef>
              <a:buFontTx/>
              <a:buNone/>
              <a:defRPr sz="500">
                <a:solidFill>
                  <a:schemeClr val="tx1"/>
                </a:solidFill>
              </a:defRPr>
            </a:lvl1pPr>
            <a:lvl2pPr marL="0" indent="0">
              <a:spcBef>
                <a:spcPts val="0"/>
              </a:spcBef>
              <a:buFontTx/>
              <a:buNone/>
              <a:defRPr sz="500">
                <a:solidFill>
                  <a:srgbClr val="BD03F7"/>
                </a:solidFill>
              </a:defRPr>
            </a:lvl2pPr>
            <a:lvl3pPr marL="0" indent="0">
              <a:spcBef>
                <a:spcPts val="0"/>
              </a:spcBef>
              <a:buFontTx/>
              <a:buNone/>
              <a:defRPr sz="500">
                <a:solidFill>
                  <a:srgbClr val="BD03F7"/>
                </a:solidFill>
              </a:defRPr>
            </a:lvl3pPr>
            <a:lvl4pPr marL="0" indent="0">
              <a:spcBef>
                <a:spcPts val="0"/>
              </a:spcBef>
              <a:buFontTx/>
              <a:buNone/>
              <a:defRPr sz="500">
                <a:solidFill>
                  <a:srgbClr val="BD03F7"/>
                </a:solidFill>
              </a:defRPr>
            </a:lvl4pPr>
            <a:lvl5pPr marL="0" indent="0">
              <a:spcBef>
                <a:spcPts val="0"/>
              </a:spcBef>
              <a:buFontTx/>
              <a:buNone/>
              <a:defRPr sz="500">
                <a:solidFill>
                  <a:srgbClr val="BD03F7"/>
                </a:solidFill>
              </a:defRPr>
            </a:lvl5pPr>
            <a:lvl6pPr marL="0" indent="0">
              <a:spcBef>
                <a:spcPts val="0"/>
              </a:spcBef>
              <a:buFontTx/>
              <a:buNone/>
              <a:defRPr sz="500">
                <a:solidFill>
                  <a:srgbClr val="BD03F7"/>
                </a:solidFill>
              </a:defRPr>
            </a:lvl6pPr>
            <a:lvl7pPr marL="0" indent="0">
              <a:spcBef>
                <a:spcPts val="0"/>
              </a:spcBef>
              <a:buFontTx/>
              <a:buNone/>
              <a:defRPr sz="500">
                <a:solidFill>
                  <a:srgbClr val="BD03F7"/>
                </a:solidFill>
              </a:defRPr>
            </a:lvl7pPr>
            <a:lvl8pPr marL="0" indent="0">
              <a:spcBef>
                <a:spcPts val="0"/>
              </a:spcBef>
              <a:buFontTx/>
              <a:buNone/>
              <a:defRPr sz="500">
                <a:solidFill>
                  <a:srgbClr val="BD03F7"/>
                </a:solidFill>
              </a:defRPr>
            </a:lvl8pPr>
            <a:lvl9pPr marL="0" indent="0">
              <a:spcBef>
                <a:spcPts val="0"/>
              </a:spcBef>
              <a:buFontTx/>
              <a:buNone/>
              <a:defRPr sz="500">
                <a:solidFill>
                  <a:srgbClr val="BD03F7"/>
                </a:solidFill>
              </a:defRPr>
            </a:lvl9pPr>
          </a:lstStyle>
          <a:p>
            <a:pPr lvl="0"/>
            <a:r>
              <a:rPr lang="en-US" dirty="0"/>
              <a:t> </a:t>
            </a:r>
          </a:p>
        </p:txBody>
      </p:sp>
      <p:sp>
        <p:nvSpPr>
          <p:cNvPr id="16" name="Text Placeholder 5">
            <a:extLst>
              <a:ext uri="{FF2B5EF4-FFF2-40B4-BE49-F238E27FC236}">
                <a16:creationId xmlns:a16="http://schemas.microsoft.com/office/drawing/2014/main" id="{FEFC5EA2-00E0-A245-A63B-5B59E722AFB4}"/>
              </a:ext>
            </a:extLst>
          </p:cNvPr>
          <p:cNvSpPr>
            <a:spLocks noGrp="1"/>
          </p:cNvSpPr>
          <p:nvPr>
            <p:ph type="body" sz="quarter" idx="13" hasCustomPrompt="1"/>
          </p:nvPr>
        </p:nvSpPr>
        <p:spPr>
          <a:xfrm>
            <a:off x="3410709" y="1772284"/>
            <a:ext cx="2441448" cy="1627632"/>
          </a:xfrm>
        </p:spPr>
        <p:txBody>
          <a:bodyPr>
            <a:noAutofit/>
          </a:bodyPr>
          <a:lstStyle>
            <a:lvl1pPr marL="0" indent="0">
              <a:spcBef>
                <a:spcPts val="0"/>
              </a:spcBef>
              <a:buFontTx/>
              <a:buNone/>
              <a:defRPr sz="2400" b="1"/>
            </a:lvl1pPr>
            <a:lvl2pPr marL="0" indent="0">
              <a:spcBef>
                <a:spcPts val="1200"/>
              </a:spcBef>
              <a:buFontTx/>
              <a:buNone/>
              <a:defRPr/>
            </a:lvl2pPr>
            <a:lvl3pPr marL="182880">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dirty="0"/>
              <a:t>[Agenda item 2]</a:t>
            </a:r>
          </a:p>
          <a:p>
            <a:pPr lvl="1"/>
            <a:r>
              <a:rPr lang="en-US" dirty="0"/>
              <a:t>Second level</a:t>
            </a:r>
          </a:p>
        </p:txBody>
      </p:sp>
      <p:sp>
        <p:nvSpPr>
          <p:cNvPr id="17" name="Text Placeholder 6">
            <a:extLst>
              <a:ext uri="{FF2B5EF4-FFF2-40B4-BE49-F238E27FC236}">
                <a16:creationId xmlns:a16="http://schemas.microsoft.com/office/drawing/2014/main" id="{1894F4AA-2573-D44D-B083-CAB1BF8EC82E}"/>
              </a:ext>
            </a:extLst>
          </p:cNvPr>
          <p:cNvSpPr>
            <a:spLocks noGrp="1"/>
          </p:cNvSpPr>
          <p:nvPr>
            <p:ph type="body" sz="quarter" idx="14" hasCustomPrompt="1"/>
          </p:nvPr>
        </p:nvSpPr>
        <p:spPr>
          <a:xfrm>
            <a:off x="6336789" y="1664208"/>
            <a:ext cx="228600" cy="45720"/>
          </a:xfrm>
          <a:solidFill>
            <a:schemeClr val="tx1"/>
          </a:solidFill>
        </p:spPr>
        <p:txBody>
          <a:bodyPr>
            <a:noAutofit/>
          </a:bodyPr>
          <a:lstStyle>
            <a:lvl1pPr marL="0" indent="0">
              <a:spcBef>
                <a:spcPts val="0"/>
              </a:spcBef>
              <a:buFontTx/>
              <a:buNone/>
              <a:defRPr sz="500">
                <a:solidFill>
                  <a:schemeClr val="tx1"/>
                </a:solidFill>
              </a:defRPr>
            </a:lvl1pPr>
            <a:lvl2pPr marL="0" indent="0">
              <a:spcBef>
                <a:spcPts val="0"/>
              </a:spcBef>
              <a:buFontTx/>
              <a:buNone/>
              <a:defRPr sz="500">
                <a:solidFill>
                  <a:srgbClr val="BD03F7"/>
                </a:solidFill>
              </a:defRPr>
            </a:lvl2pPr>
            <a:lvl3pPr marL="0" indent="0">
              <a:spcBef>
                <a:spcPts val="0"/>
              </a:spcBef>
              <a:buFontTx/>
              <a:buNone/>
              <a:defRPr sz="500">
                <a:solidFill>
                  <a:srgbClr val="BD03F7"/>
                </a:solidFill>
              </a:defRPr>
            </a:lvl3pPr>
            <a:lvl4pPr marL="0" indent="0">
              <a:spcBef>
                <a:spcPts val="0"/>
              </a:spcBef>
              <a:buFontTx/>
              <a:buNone/>
              <a:defRPr sz="500">
                <a:solidFill>
                  <a:srgbClr val="BD03F7"/>
                </a:solidFill>
              </a:defRPr>
            </a:lvl4pPr>
            <a:lvl5pPr marL="0" indent="0">
              <a:spcBef>
                <a:spcPts val="0"/>
              </a:spcBef>
              <a:buFontTx/>
              <a:buNone/>
              <a:defRPr sz="500">
                <a:solidFill>
                  <a:srgbClr val="BD03F7"/>
                </a:solidFill>
              </a:defRPr>
            </a:lvl5pPr>
            <a:lvl6pPr marL="0" indent="0">
              <a:spcBef>
                <a:spcPts val="0"/>
              </a:spcBef>
              <a:buFontTx/>
              <a:buNone/>
              <a:defRPr sz="500">
                <a:solidFill>
                  <a:srgbClr val="BD03F7"/>
                </a:solidFill>
              </a:defRPr>
            </a:lvl6pPr>
            <a:lvl7pPr marL="0" indent="0">
              <a:spcBef>
                <a:spcPts val="0"/>
              </a:spcBef>
              <a:buFontTx/>
              <a:buNone/>
              <a:defRPr sz="500">
                <a:solidFill>
                  <a:srgbClr val="BD03F7"/>
                </a:solidFill>
              </a:defRPr>
            </a:lvl7pPr>
            <a:lvl8pPr marL="0" indent="0">
              <a:spcBef>
                <a:spcPts val="0"/>
              </a:spcBef>
              <a:buFontTx/>
              <a:buNone/>
              <a:defRPr sz="500">
                <a:solidFill>
                  <a:srgbClr val="BD03F7"/>
                </a:solidFill>
              </a:defRPr>
            </a:lvl8pPr>
            <a:lvl9pPr marL="0" indent="0">
              <a:spcBef>
                <a:spcPts val="0"/>
              </a:spcBef>
              <a:buFontTx/>
              <a:buNone/>
              <a:defRPr sz="500">
                <a:solidFill>
                  <a:srgbClr val="BD03F7"/>
                </a:solidFill>
              </a:defRPr>
            </a:lvl9pPr>
          </a:lstStyle>
          <a:p>
            <a:pPr lvl="0"/>
            <a:r>
              <a:rPr lang="en-US" dirty="0"/>
              <a:t> </a:t>
            </a:r>
          </a:p>
        </p:txBody>
      </p:sp>
      <p:sp>
        <p:nvSpPr>
          <p:cNvPr id="18" name="Text Placeholder 7">
            <a:extLst>
              <a:ext uri="{FF2B5EF4-FFF2-40B4-BE49-F238E27FC236}">
                <a16:creationId xmlns:a16="http://schemas.microsoft.com/office/drawing/2014/main" id="{11CBF3DB-0F1A-B54C-AA3D-C37A3A8A5ACB}"/>
              </a:ext>
            </a:extLst>
          </p:cNvPr>
          <p:cNvSpPr>
            <a:spLocks noGrp="1"/>
          </p:cNvSpPr>
          <p:nvPr>
            <p:ph type="body" sz="quarter" idx="15" hasCustomPrompt="1"/>
          </p:nvPr>
        </p:nvSpPr>
        <p:spPr>
          <a:xfrm>
            <a:off x="6336789" y="1772284"/>
            <a:ext cx="2441448" cy="1627632"/>
          </a:xfrm>
        </p:spPr>
        <p:txBody>
          <a:bodyPr>
            <a:noAutofit/>
          </a:bodyPr>
          <a:lstStyle>
            <a:lvl1pPr marL="0" indent="0">
              <a:spcBef>
                <a:spcPts val="0"/>
              </a:spcBef>
              <a:buFontTx/>
              <a:buNone/>
              <a:defRPr sz="2400" b="1"/>
            </a:lvl1pPr>
            <a:lvl2pPr marL="0" indent="0">
              <a:spcBef>
                <a:spcPts val="1200"/>
              </a:spcBef>
              <a:buFontTx/>
              <a:buNone/>
              <a:defRPr/>
            </a:lvl2pPr>
            <a:lvl3pPr marL="182880">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dirty="0"/>
              <a:t>[Agenda item 3]</a:t>
            </a:r>
          </a:p>
          <a:p>
            <a:pPr lvl="1"/>
            <a:r>
              <a:rPr lang="en-US" dirty="0"/>
              <a:t>Second level</a:t>
            </a:r>
          </a:p>
        </p:txBody>
      </p:sp>
      <p:sp>
        <p:nvSpPr>
          <p:cNvPr id="19" name="Text Placeholder 8">
            <a:extLst>
              <a:ext uri="{FF2B5EF4-FFF2-40B4-BE49-F238E27FC236}">
                <a16:creationId xmlns:a16="http://schemas.microsoft.com/office/drawing/2014/main" id="{3605597B-BBE1-A544-B4ED-CF6751DD4D67}"/>
              </a:ext>
            </a:extLst>
          </p:cNvPr>
          <p:cNvSpPr>
            <a:spLocks noGrp="1"/>
          </p:cNvSpPr>
          <p:nvPr>
            <p:ph type="body" sz="quarter" idx="16" hasCustomPrompt="1"/>
          </p:nvPr>
        </p:nvSpPr>
        <p:spPr>
          <a:xfrm>
            <a:off x="9262870" y="1664208"/>
            <a:ext cx="228600" cy="45720"/>
          </a:xfrm>
          <a:solidFill>
            <a:schemeClr val="tx1"/>
          </a:solidFill>
        </p:spPr>
        <p:txBody>
          <a:bodyPr>
            <a:noAutofit/>
          </a:bodyPr>
          <a:lstStyle>
            <a:lvl1pPr marL="0" indent="0">
              <a:spcBef>
                <a:spcPts val="0"/>
              </a:spcBef>
              <a:buFontTx/>
              <a:buNone/>
              <a:defRPr sz="500">
                <a:solidFill>
                  <a:schemeClr val="tx1"/>
                </a:solidFill>
              </a:defRPr>
            </a:lvl1pPr>
            <a:lvl2pPr marL="0" indent="0">
              <a:spcBef>
                <a:spcPts val="0"/>
              </a:spcBef>
              <a:buFontTx/>
              <a:buNone/>
              <a:defRPr sz="500">
                <a:solidFill>
                  <a:srgbClr val="BD03F7"/>
                </a:solidFill>
              </a:defRPr>
            </a:lvl2pPr>
            <a:lvl3pPr marL="0" indent="0">
              <a:spcBef>
                <a:spcPts val="0"/>
              </a:spcBef>
              <a:buFontTx/>
              <a:buNone/>
              <a:defRPr sz="500">
                <a:solidFill>
                  <a:srgbClr val="BD03F7"/>
                </a:solidFill>
              </a:defRPr>
            </a:lvl3pPr>
            <a:lvl4pPr marL="0" indent="0">
              <a:spcBef>
                <a:spcPts val="0"/>
              </a:spcBef>
              <a:buFontTx/>
              <a:buNone/>
              <a:defRPr sz="500">
                <a:solidFill>
                  <a:srgbClr val="BD03F7"/>
                </a:solidFill>
              </a:defRPr>
            </a:lvl4pPr>
            <a:lvl5pPr marL="0" indent="0">
              <a:spcBef>
                <a:spcPts val="0"/>
              </a:spcBef>
              <a:buFontTx/>
              <a:buNone/>
              <a:defRPr sz="500">
                <a:solidFill>
                  <a:srgbClr val="BD03F7"/>
                </a:solidFill>
              </a:defRPr>
            </a:lvl5pPr>
            <a:lvl6pPr marL="0" indent="0">
              <a:spcBef>
                <a:spcPts val="0"/>
              </a:spcBef>
              <a:buFontTx/>
              <a:buNone/>
              <a:defRPr sz="500">
                <a:solidFill>
                  <a:srgbClr val="BD03F7"/>
                </a:solidFill>
              </a:defRPr>
            </a:lvl6pPr>
            <a:lvl7pPr marL="0" indent="0">
              <a:spcBef>
                <a:spcPts val="0"/>
              </a:spcBef>
              <a:buFontTx/>
              <a:buNone/>
              <a:defRPr sz="500">
                <a:solidFill>
                  <a:srgbClr val="BD03F7"/>
                </a:solidFill>
              </a:defRPr>
            </a:lvl7pPr>
            <a:lvl8pPr marL="0" indent="0">
              <a:spcBef>
                <a:spcPts val="0"/>
              </a:spcBef>
              <a:buFontTx/>
              <a:buNone/>
              <a:defRPr sz="500">
                <a:solidFill>
                  <a:srgbClr val="BD03F7"/>
                </a:solidFill>
              </a:defRPr>
            </a:lvl8pPr>
            <a:lvl9pPr marL="0" indent="0">
              <a:spcBef>
                <a:spcPts val="0"/>
              </a:spcBef>
              <a:buFontTx/>
              <a:buNone/>
              <a:defRPr sz="500">
                <a:solidFill>
                  <a:srgbClr val="BD03F7"/>
                </a:solidFill>
              </a:defRPr>
            </a:lvl9pPr>
          </a:lstStyle>
          <a:p>
            <a:pPr lvl="0"/>
            <a:r>
              <a:rPr lang="en-US" dirty="0"/>
              <a:t> </a:t>
            </a:r>
          </a:p>
        </p:txBody>
      </p:sp>
      <p:sp>
        <p:nvSpPr>
          <p:cNvPr id="20" name="Text Placeholder 9">
            <a:extLst>
              <a:ext uri="{FF2B5EF4-FFF2-40B4-BE49-F238E27FC236}">
                <a16:creationId xmlns:a16="http://schemas.microsoft.com/office/drawing/2014/main" id="{578E9298-440F-7047-8B92-E5AB87F27169}"/>
              </a:ext>
            </a:extLst>
          </p:cNvPr>
          <p:cNvSpPr>
            <a:spLocks noGrp="1"/>
          </p:cNvSpPr>
          <p:nvPr>
            <p:ph type="body" sz="quarter" idx="17" hasCustomPrompt="1"/>
          </p:nvPr>
        </p:nvSpPr>
        <p:spPr>
          <a:xfrm>
            <a:off x="9262870" y="1772284"/>
            <a:ext cx="2441448" cy="1627632"/>
          </a:xfrm>
        </p:spPr>
        <p:txBody>
          <a:bodyPr>
            <a:noAutofit/>
          </a:bodyPr>
          <a:lstStyle>
            <a:lvl1pPr marL="0" indent="0">
              <a:spcBef>
                <a:spcPts val="0"/>
              </a:spcBef>
              <a:buFontTx/>
              <a:buNone/>
              <a:defRPr sz="2400" b="1"/>
            </a:lvl1pPr>
            <a:lvl2pPr marL="0" indent="0">
              <a:spcBef>
                <a:spcPts val="1200"/>
              </a:spcBef>
              <a:buFontTx/>
              <a:buNone/>
              <a:defRPr/>
            </a:lvl2pPr>
            <a:lvl3pPr marL="182880">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dirty="0"/>
              <a:t>[Agenda item 4]</a:t>
            </a:r>
          </a:p>
          <a:p>
            <a:pPr lvl="1"/>
            <a:r>
              <a:rPr lang="en-US" dirty="0"/>
              <a:t>Second level</a:t>
            </a:r>
          </a:p>
        </p:txBody>
      </p:sp>
      <p:sp>
        <p:nvSpPr>
          <p:cNvPr id="11" name="Text Placeholder 10">
            <a:extLst>
              <a:ext uri="{FF2B5EF4-FFF2-40B4-BE49-F238E27FC236}">
                <a16:creationId xmlns:a16="http://schemas.microsoft.com/office/drawing/2014/main" id="{1E7C40ED-C9AB-2C43-A669-99E57C177821}"/>
              </a:ext>
            </a:extLst>
          </p:cNvPr>
          <p:cNvSpPr>
            <a:spLocks noGrp="1"/>
          </p:cNvSpPr>
          <p:nvPr>
            <p:ph type="body" sz="quarter" idx="18" hasCustomPrompt="1"/>
          </p:nvPr>
        </p:nvSpPr>
        <p:spPr>
          <a:xfrm>
            <a:off x="484630" y="4018104"/>
            <a:ext cx="228600" cy="45720"/>
          </a:xfrm>
          <a:solidFill>
            <a:schemeClr val="tx1"/>
          </a:solidFill>
        </p:spPr>
        <p:txBody>
          <a:bodyPr>
            <a:noAutofit/>
          </a:bodyPr>
          <a:lstStyle>
            <a:lvl1pPr marL="0" indent="0">
              <a:spcBef>
                <a:spcPts val="0"/>
              </a:spcBef>
              <a:buFontTx/>
              <a:buNone/>
              <a:defRPr sz="500">
                <a:solidFill>
                  <a:schemeClr val="tx1"/>
                </a:solidFill>
              </a:defRPr>
            </a:lvl1pPr>
            <a:lvl2pPr marL="0" indent="0">
              <a:spcBef>
                <a:spcPts val="0"/>
              </a:spcBef>
              <a:buFontTx/>
              <a:buNone/>
              <a:defRPr sz="500">
                <a:solidFill>
                  <a:srgbClr val="BD03F7"/>
                </a:solidFill>
              </a:defRPr>
            </a:lvl2pPr>
            <a:lvl3pPr marL="0" indent="0">
              <a:spcBef>
                <a:spcPts val="0"/>
              </a:spcBef>
              <a:buFontTx/>
              <a:buNone/>
              <a:defRPr sz="500">
                <a:solidFill>
                  <a:srgbClr val="BD03F7"/>
                </a:solidFill>
              </a:defRPr>
            </a:lvl3pPr>
            <a:lvl4pPr marL="0" indent="0">
              <a:spcBef>
                <a:spcPts val="0"/>
              </a:spcBef>
              <a:buFontTx/>
              <a:buNone/>
              <a:defRPr sz="500">
                <a:solidFill>
                  <a:srgbClr val="BD03F7"/>
                </a:solidFill>
              </a:defRPr>
            </a:lvl4pPr>
            <a:lvl5pPr marL="0" indent="0">
              <a:spcBef>
                <a:spcPts val="0"/>
              </a:spcBef>
              <a:buFontTx/>
              <a:buNone/>
              <a:defRPr sz="500">
                <a:solidFill>
                  <a:srgbClr val="BD03F7"/>
                </a:solidFill>
              </a:defRPr>
            </a:lvl5pPr>
            <a:lvl6pPr marL="0" indent="0">
              <a:spcBef>
                <a:spcPts val="0"/>
              </a:spcBef>
              <a:buFontTx/>
              <a:buNone/>
              <a:defRPr sz="500">
                <a:solidFill>
                  <a:srgbClr val="BD03F7"/>
                </a:solidFill>
              </a:defRPr>
            </a:lvl6pPr>
            <a:lvl7pPr marL="0" indent="0">
              <a:spcBef>
                <a:spcPts val="0"/>
              </a:spcBef>
              <a:buFontTx/>
              <a:buNone/>
              <a:defRPr sz="500">
                <a:solidFill>
                  <a:srgbClr val="BD03F7"/>
                </a:solidFill>
              </a:defRPr>
            </a:lvl7pPr>
            <a:lvl8pPr marL="0" indent="0">
              <a:spcBef>
                <a:spcPts val="0"/>
              </a:spcBef>
              <a:buFontTx/>
              <a:buNone/>
              <a:defRPr sz="500">
                <a:solidFill>
                  <a:srgbClr val="BD03F7"/>
                </a:solidFill>
              </a:defRPr>
            </a:lvl8pPr>
            <a:lvl9pPr marL="0" indent="0">
              <a:spcBef>
                <a:spcPts val="0"/>
              </a:spcBef>
              <a:buFontTx/>
              <a:buNone/>
              <a:defRPr sz="500">
                <a:solidFill>
                  <a:srgbClr val="BD03F7"/>
                </a:solidFill>
              </a:defRPr>
            </a:lvl9pPr>
          </a:lstStyle>
          <a:p>
            <a:pPr lvl="0"/>
            <a:r>
              <a:rPr lang="en-US" dirty="0"/>
              <a:t> </a:t>
            </a:r>
          </a:p>
        </p:txBody>
      </p:sp>
      <p:sp>
        <p:nvSpPr>
          <p:cNvPr id="12" name="Text Placeholder 11">
            <a:extLst>
              <a:ext uri="{FF2B5EF4-FFF2-40B4-BE49-F238E27FC236}">
                <a16:creationId xmlns:a16="http://schemas.microsoft.com/office/drawing/2014/main" id="{D36828FA-3F81-CB44-91AD-DA092ADDB8A8}"/>
              </a:ext>
            </a:extLst>
          </p:cNvPr>
          <p:cNvSpPr>
            <a:spLocks noGrp="1"/>
          </p:cNvSpPr>
          <p:nvPr>
            <p:ph type="body" sz="quarter" idx="19" hasCustomPrompt="1"/>
          </p:nvPr>
        </p:nvSpPr>
        <p:spPr>
          <a:xfrm>
            <a:off x="484629" y="4123944"/>
            <a:ext cx="2441448" cy="1627632"/>
          </a:xfrm>
        </p:spPr>
        <p:txBody>
          <a:bodyPr>
            <a:noAutofit/>
          </a:bodyPr>
          <a:lstStyle>
            <a:lvl1pPr marL="0" indent="0">
              <a:spcBef>
                <a:spcPts val="0"/>
              </a:spcBef>
              <a:buFontTx/>
              <a:buNone/>
              <a:defRPr sz="2400" b="1"/>
            </a:lvl1pPr>
            <a:lvl2pPr marL="0" indent="0">
              <a:spcBef>
                <a:spcPts val="1200"/>
              </a:spcBef>
              <a:buFontTx/>
              <a:buNone/>
              <a:defRPr/>
            </a:lvl2pPr>
            <a:lvl3pPr marL="182880">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dirty="0"/>
              <a:t>[Agenda item 5]</a:t>
            </a:r>
          </a:p>
          <a:p>
            <a:pPr lvl="1"/>
            <a:r>
              <a:rPr lang="en-US" dirty="0"/>
              <a:t>Second level</a:t>
            </a:r>
          </a:p>
        </p:txBody>
      </p:sp>
      <p:sp>
        <p:nvSpPr>
          <p:cNvPr id="13" name="Text Placeholder 12">
            <a:extLst>
              <a:ext uri="{FF2B5EF4-FFF2-40B4-BE49-F238E27FC236}">
                <a16:creationId xmlns:a16="http://schemas.microsoft.com/office/drawing/2014/main" id="{CDBC1D25-1CFB-A244-A4C9-2F1DF22CD242}"/>
              </a:ext>
            </a:extLst>
          </p:cNvPr>
          <p:cNvSpPr>
            <a:spLocks noGrp="1"/>
          </p:cNvSpPr>
          <p:nvPr>
            <p:ph type="body" sz="quarter" idx="20" hasCustomPrompt="1"/>
          </p:nvPr>
        </p:nvSpPr>
        <p:spPr>
          <a:xfrm>
            <a:off x="3410709" y="4018104"/>
            <a:ext cx="228600" cy="45720"/>
          </a:xfrm>
          <a:solidFill>
            <a:schemeClr val="tx1"/>
          </a:solidFill>
        </p:spPr>
        <p:txBody>
          <a:bodyPr>
            <a:noAutofit/>
          </a:bodyPr>
          <a:lstStyle>
            <a:lvl1pPr marL="0" indent="0">
              <a:spcBef>
                <a:spcPts val="0"/>
              </a:spcBef>
              <a:buFontTx/>
              <a:buNone/>
              <a:defRPr sz="500">
                <a:solidFill>
                  <a:schemeClr val="tx1"/>
                </a:solidFill>
              </a:defRPr>
            </a:lvl1pPr>
            <a:lvl2pPr marL="0" indent="0">
              <a:spcBef>
                <a:spcPts val="0"/>
              </a:spcBef>
              <a:buFontTx/>
              <a:buNone/>
              <a:defRPr sz="500">
                <a:solidFill>
                  <a:srgbClr val="BD03F7"/>
                </a:solidFill>
              </a:defRPr>
            </a:lvl2pPr>
            <a:lvl3pPr marL="0" indent="0">
              <a:spcBef>
                <a:spcPts val="0"/>
              </a:spcBef>
              <a:buFontTx/>
              <a:buNone/>
              <a:defRPr sz="500">
                <a:solidFill>
                  <a:srgbClr val="BD03F7"/>
                </a:solidFill>
              </a:defRPr>
            </a:lvl3pPr>
            <a:lvl4pPr marL="0" indent="0">
              <a:spcBef>
                <a:spcPts val="0"/>
              </a:spcBef>
              <a:buFontTx/>
              <a:buNone/>
              <a:defRPr sz="500">
                <a:solidFill>
                  <a:srgbClr val="BD03F7"/>
                </a:solidFill>
              </a:defRPr>
            </a:lvl4pPr>
            <a:lvl5pPr marL="0" indent="0">
              <a:spcBef>
                <a:spcPts val="0"/>
              </a:spcBef>
              <a:buFontTx/>
              <a:buNone/>
              <a:defRPr sz="500">
                <a:solidFill>
                  <a:srgbClr val="BD03F7"/>
                </a:solidFill>
              </a:defRPr>
            </a:lvl5pPr>
            <a:lvl6pPr marL="0" indent="0">
              <a:spcBef>
                <a:spcPts val="0"/>
              </a:spcBef>
              <a:buFontTx/>
              <a:buNone/>
              <a:defRPr sz="500">
                <a:solidFill>
                  <a:srgbClr val="BD03F7"/>
                </a:solidFill>
              </a:defRPr>
            </a:lvl6pPr>
            <a:lvl7pPr marL="0" indent="0">
              <a:spcBef>
                <a:spcPts val="0"/>
              </a:spcBef>
              <a:buFontTx/>
              <a:buNone/>
              <a:defRPr sz="500">
                <a:solidFill>
                  <a:srgbClr val="BD03F7"/>
                </a:solidFill>
              </a:defRPr>
            </a:lvl7pPr>
            <a:lvl8pPr marL="0" indent="0">
              <a:spcBef>
                <a:spcPts val="0"/>
              </a:spcBef>
              <a:buFontTx/>
              <a:buNone/>
              <a:defRPr sz="500">
                <a:solidFill>
                  <a:srgbClr val="BD03F7"/>
                </a:solidFill>
              </a:defRPr>
            </a:lvl8pPr>
            <a:lvl9pPr marL="0" indent="0">
              <a:spcBef>
                <a:spcPts val="0"/>
              </a:spcBef>
              <a:buFontTx/>
              <a:buNone/>
              <a:defRPr sz="500">
                <a:solidFill>
                  <a:srgbClr val="BD03F7"/>
                </a:solidFill>
              </a:defRPr>
            </a:lvl9pPr>
          </a:lstStyle>
          <a:p>
            <a:pPr lvl="0"/>
            <a:r>
              <a:rPr lang="en-US" dirty="0"/>
              <a:t> </a:t>
            </a:r>
          </a:p>
        </p:txBody>
      </p:sp>
      <p:sp>
        <p:nvSpPr>
          <p:cNvPr id="14" name="Text Placeholder 13">
            <a:extLst>
              <a:ext uri="{FF2B5EF4-FFF2-40B4-BE49-F238E27FC236}">
                <a16:creationId xmlns:a16="http://schemas.microsoft.com/office/drawing/2014/main" id="{7C92D7E9-91DB-B649-8B09-85B2662F9CA8}"/>
              </a:ext>
            </a:extLst>
          </p:cNvPr>
          <p:cNvSpPr>
            <a:spLocks noGrp="1"/>
          </p:cNvSpPr>
          <p:nvPr>
            <p:ph type="body" sz="quarter" idx="21" hasCustomPrompt="1"/>
          </p:nvPr>
        </p:nvSpPr>
        <p:spPr>
          <a:xfrm>
            <a:off x="3410709" y="4123944"/>
            <a:ext cx="2441448" cy="1627632"/>
          </a:xfrm>
        </p:spPr>
        <p:txBody>
          <a:bodyPr>
            <a:noAutofit/>
          </a:bodyPr>
          <a:lstStyle>
            <a:lvl1pPr marL="0" indent="0">
              <a:spcBef>
                <a:spcPts val="0"/>
              </a:spcBef>
              <a:buFontTx/>
              <a:buNone/>
              <a:defRPr sz="2400" b="1"/>
            </a:lvl1pPr>
            <a:lvl2pPr marL="0" indent="0">
              <a:spcBef>
                <a:spcPts val="1200"/>
              </a:spcBef>
              <a:buFontTx/>
              <a:buNone/>
              <a:defRPr/>
            </a:lvl2pPr>
            <a:lvl3pPr marL="182880">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dirty="0"/>
              <a:t>[Agenda item 6]</a:t>
            </a:r>
          </a:p>
          <a:p>
            <a:pPr lvl="1"/>
            <a:r>
              <a:rPr lang="en-US" dirty="0"/>
              <a:t>Second level</a:t>
            </a:r>
          </a:p>
        </p:txBody>
      </p:sp>
      <p:sp>
        <p:nvSpPr>
          <p:cNvPr id="21" name="Text Placeholder 14">
            <a:extLst>
              <a:ext uri="{FF2B5EF4-FFF2-40B4-BE49-F238E27FC236}">
                <a16:creationId xmlns:a16="http://schemas.microsoft.com/office/drawing/2014/main" id="{D286FE2B-C182-024F-AA7B-9F04CDCB4F6C}"/>
              </a:ext>
            </a:extLst>
          </p:cNvPr>
          <p:cNvSpPr>
            <a:spLocks noGrp="1"/>
          </p:cNvSpPr>
          <p:nvPr>
            <p:ph type="body" sz="quarter" idx="22" hasCustomPrompt="1"/>
          </p:nvPr>
        </p:nvSpPr>
        <p:spPr>
          <a:xfrm>
            <a:off x="6336789" y="4018104"/>
            <a:ext cx="228600" cy="45720"/>
          </a:xfrm>
          <a:solidFill>
            <a:schemeClr val="tx1"/>
          </a:solidFill>
        </p:spPr>
        <p:txBody>
          <a:bodyPr>
            <a:noAutofit/>
          </a:bodyPr>
          <a:lstStyle>
            <a:lvl1pPr marL="0" indent="0">
              <a:spcBef>
                <a:spcPts val="0"/>
              </a:spcBef>
              <a:buFontTx/>
              <a:buNone/>
              <a:defRPr sz="500">
                <a:solidFill>
                  <a:schemeClr val="tx1"/>
                </a:solidFill>
              </a:defRPr>
            </a:lvl1pPr>
            <a:lvl2pPr marL="0" indent="0">
              <a:spcBef>
                <a:spcPts val="0"/>
              </a:spcBef>
              <a:buFontTx/>
              <a:buNone/>
              <a:defRPr sz="500">
                <a:solidFill>
                  <a:srgbClr val="BD03F7"/>
                </a:solidFill>
              </a:defRPr>
            </a:lvl2pPr>
            <a:lvl3pPr marL="0" indent="0">
              <a:spcBef>
                <a:spcPts val="0"/>
              </a:spcBef>
              <a:buFontTx/>
              <a:buNone/>
              <a:defRPr sz="500">
                <a:solidFill>
                  <a:srgbClr val="BD03F7"/>
                </a:solidFill>
              </a:defRPr>
            </a:lvl3pPr>
            <a:lvl4pPr marL="0" indent="0">
              <a:spcBef>
                <a:spcPts val="0"/>
              </a:spcBef>
              <a:buFontTx/>
              <a:buNone/>
              <a:defRPr sz="500">
                <a:solidFill>
                  <a:srgbClr val="BD03F7"/>
                </a:solidFill>
              </a:defRPr>
            </a:lvl4pPr>
            <a:lvl5pPr marL="0" indent="0">
              <a:spcBef>
                <a:spcPts val="0"/>
              </a:spcBef>
              <a:buFontTx/>
              <a:buNone/>
              <a:defRPr sz="500">
                <a:solidFill>
                  <a:srgbClr val="BD03F7"/>
                </a:solidFill>
              </a:defRPr>
            </a:lvl5pPr>
            <a:lvl6pPr marL="0" indent="0">
              <a:spcBef>
                <a:spcPts val="0"/>
              </a:spcBef>
              <a:buFontTx/>
              <a:buNone/>
              <a:defRPr sz="500">
                <a:solidFill>
                  <a:srgbClr val="BD03F7"/>
                </a:solidFill>
              </a:defRPr>
            </a:lvl6pPr>
            <a:lvl7pPr marL="0" indent="0">
              <a:spcBef>
                <a:spcPts val="0"/>
              </a:spcBef>
              <a:buFontTx/>
              <a:buNone/>
              <a:defRPr sz="500">
                <a:solidFill>
                  <a:srgbClr val="BD03F7"/>
                </a:solidFill>
              </a:defRPr>
            </a:lvl7pPr>
            <a:lvl8pPr marL="0" indent="0">
              <a:spcBef>
                <a:spcPts val="0"/>
              </a:spcBef>
              <a:buFontTx/>
              <a:buNone/>
              <a:defRPr sz="500">
                <a:solidFill>
                  <a:srgbClr val="BD03F7"/>
                </a:solidFill>
              </a:defRPr>
            </a:lvl8pPr>
            <a:lvl9pPr marL="0" indent="0">
              <a:spcBef>
                <a:spcPts val="0"/>
              </a:spcBef>
              <a:buFontTx/>
              <a:buNone/>
              <a:defRPr sz="500">
                <a:solidFill>
                  <a:srgbClr val="BD03F7"/>
                </a:solidFill>
              </a:defRPr>
            </a:lvl9pPr>
          </a:lstStyle>
          <a:p>
            <a:pPr lvl="0"/>
            <a:r>
              <a:rPr lang="en-US" dirty="0"/>
              <a:t> </a:t>
            </a:r>
          </a:p>
        </p:txBody>
      </p:sp>
      <p:sp>
        <p:nvSpPr>
          <p:cNvPr id="22" name="Text Placeholder 15">
            <a:extLst>
              <a:ext uri="{FF2B5EF4-FFF2-40B4-BE49-F238E27FC236}">
                <a16:creationId xmlns:a16="http://schemas.microsoft.com/office/drawing/2014/main" id="{015032BD-5EF0-8446-B31A-2D78987795DE}"/>
              </a:ext>
            </a:extLst>
          </p:cNvPr>
          <p:cNvSpPr>
            <a:spLocks noGrp="1"/>
          </p:cNvSpPr>
          <p:nvPr>
            <p:ph type="body" sz="quarter" idx="23" hasCustomPrompt="1"/>
          </p:nvPr>
        </p:nvSpPr>
        <p:spPr>
          <a:xfrm>
            <a:off x="6336789" y="4123944"/>
            <a:ext cx="2441448" cy="1627632"/>
          </a:xfrm>
        </p:spPr>
        <p:txBody>
          <a:bodyPr>
            <a:noAutofit/>
          </a:bodyPr>
          <a:lstStyle>
            <a:lvl1pPr marL="0" indent="0">
              <a:spcBef>
                <a:spcPts val="0"/>
              </a:spcBef>
              <a:buFontTx/>
              <a:buNone/>
              <a:defRPr sz="2400" b="1"/>
            </a:lvl1pPr>
            <a:lvl2pPr marL="0" indent="0">
              <a:spcBef>
                <a:spcPts val="1200"/>
              </a:spcBef>
              <a:buFontTx/>
              <a:buNone/>
              <a:defRPr/>
            </a:lvl2pPr>
            <a:lvl3pPr marL="182880">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dirty="0"/>
              <a:t>[Agenda item 7]</a:t>
            </a:r>
          </a:p>
          <a:p>
            <a:pPr lvl="1"/>
            <a:r>
              <a:rPr lang="en-US" dirty="0"/>
              <a:t>Second level</a:t>
            </a:r>
          </a:p>
        </p:txBody>
      </p:sp>
      <p:sp>
        <p:nvSpPr>
          <p:cNvPr id="23" name="Text Placeholder 16">
            <a:extLst>
              <a:ext uri="{FF2B5EF4-FFF2-40B4-BE49-F238E27FC236}">
                <a16:creationId xmlns:a16="http://schemas.microsoft.com/office/drawing/2014/main" id="{8922695D-E594-B546-99BF-694BA1406423}"/>
              </a:ext>
            </a:extLst>
          </p:cNvPr>
          <p:cNvSpPr>
            <a:spLocks noGrp="1"/>
          </p:cNvSpPr>
          <p:nvPr>
            <p:ph type="body" sz="quarter" idx="24" hasCustomPrompt="1"/>
          </p:nvPr>
        </p:nvSpPr>
        <p:spPr>
          <a:xfrm>
            <a:off x="9262870" y="4018104"/>
            <a:ext cx="228600" cy="45720"/>
          </a:xfrm>
          <a:solidFill>
            <a:schemeClr val="tx1"/>
          </a:solidFill>
        </p:spPr>
        <p:txBody>
          <a:bodyPr>
            <a:noAutofit/>
          </a:bodyPr>
          <a:lstStyle>
            <a:lvl1pPr marL="0" indent="0">
              <a:spcBef>
                <a:spcPts val="0"/>
              </a:spcBef>
              <a:buFontTx/>
              <a:buNone/>
              <a:defRPr sz="500">
                <a:solidFill>
                  <a:schemeClr val="tx1"/>
                </a:solidFill>
              </a:defRPr>
            </a:lvl1pPr>
            <a:lvl2pPr marL="0" indent="0">
              <a:spcBef>
                <a:spcPts val="0"/>
              </a:spcBef>
              <a:buFontTx/>
              <a:buNone/>
              <a:defRPr sz="500">
                <a:solidFill>
                  <a:srgbClr val="BD03F7"/>
                </a:solidFill>
              </a:defRPr>
            </a:lvl2pPr>
            <a:lvl3pPr marL="0" indent="0">
              <a:spcBef>
                <a:spcPts val="0"/>
              </a:spcBef>
              <a:buFontTx/>
              <a:buNone/>
              <a:defRPr sz="500">
                <a:solidFill>
                  <a:srgbClr val="BD03F7"/>
                </a:solidFill>
              </a:defRPr>
            </a:lvl3pPr>
            <a:lvl4pPr marL="0" indent="0">
              <a:spcBef>
                <a:spcPts val="0"/>
              </a:spcBef>
              <a:buFontTx/>
              <a:buNone/>
              <a:defRPr sz="500">
                <a:solidFill>
                  <a:srgbClr val="BD03F7"/>
                </a:solidFill>
              </a:defRPr>
            </a:lvl4pPr>
            <a:lvl5pPr marL="0" indent="0">
              <a:spcBef>
                <a:spcPts val="0"/>
              </a:spcBef>
              <a:buFontTx/>
              <a:buNone/>
              <a:defRPr sz="500">
                <a:solidFill>
                  <a:srgbClr val="BD03F7"/>
                </a:solidFill>
              </a:defRPr>
            </a:lvl5pPr>
            <a:lvl6pPr marL="0" indent="0">
              <a:spcBef>
                <a:spcPts val="0"/>
              </a:spcBef>
              <a:buFontTx/>
              <a:buNone/>
              <a:defRPr sz="500">
                <a:solidFill>
                  <a:srgbClr val="BD03F7"/>
                </a:solidFill>
              </a:defRPr>
            </a:lvl6pPr>
            <a:lvl7pPr marL="0" indent="0">
              <a:spcBef>
                <a:spcPts val="0"/>
              </a:spcBef>
              <a:buFontTx/>
              <a:buNone/>
              <a:defRPr sz="500">
                <a:solidFill>
                  <a:srgbClr val="BD03F7"/>
                </a:solidFill>
              </a:defRPr>
            </a:lvl7pPr>
            <a:lvl8pPr marL="0" indent="0">
              <a:spcBef>
                <a:spcPts val="0"/>
              </a:spcBef>
              <a:buFontTx/>
              <a:buNone/>
              <a:defRPr sz="500">
                <a:solidFill>
                  <a:srgbClr val="BD03F7"/>
                </a:solidFill>
              </a:defRPr>
            </a:lvl8pPr>
            <a:lvl9pPr marL="0" indent="0">
              <a:spcBef>
                <a:spcPts val="0"/>
              </a:spcBef>
              <a:buFontTx/>
              <a:buNone/>
              <a:defRPr sz="500">
                <a:solidFill>
                  <a:srgbClr val="BD03F7"/>
                </a:solidFill>
              </a:defRPr>
            </a:lvl9pPr>
          </a:lstStyle>
          <a:p>
            <a:pPr lvl="0"/>
            <a:r>
              <a:rPr lang="en-US" dirty="0"/>
              <a:t> </a:t>
            </a:r>
          </a:p>
        </p:txBody>
      </p:sp>
      <p:sp>
        <p:nvSpPr>
          <p:cNvPr id="24" name="Text Placeholder 17">
            <a:extLst>
              <a:ext uri="{FF2B5EF4-FFF2-40B4-BE49-F238E27FC236}">
                <a16:creationId xmlns:a16="http://schemas.microsoft.com/office/drawing/2014/main" id="{9F19735E-9211-6147-B1AD-455673F9026B}"/>
              </a:ext>
            </a:extLst>
          </p:cNvPr>
          <p:cNvSpPr>
            <a:spLocks noGrp="1"/>
          </p:cNvSpPr>
          <p:nvPr>
            <p:ph type="body" sz="quarter" idx="25" hasCustomPrompt="1"/>
          </p:nvPr>
        </p:nvSpPr>
        <p:spPr>
          <a:xfrm>
            <a:off x="9262870" y="4123944"/>
            <a:ext cx="2441448" cy="1627632"/>
          </a:xfrm>
        </p:spPr>
        <p:txBody>
          <a:bodyPr>
            <a:noAutofit/>
          </a:bodyPr>
          <a:lstStyle>
            <a:lvl1pPr marL="0" indent="0">
              <a:spcBef>
                <a:spcPts val="0"/>
              </a:spcBef>
              <a:buFontTx/>
              <a:buNone/>
              <a:defRPr sz="2400" b="1"/>
            </a:lvl1pPr>
            <a:lvl2pPr marL="0" indent="0">
              <a:spcBef>
                <a:spcPts val="1200"/>
              </a:spcBef>
              <a:buFontTx/>
              <a:buNone/>
              <a:defRPr/>
            </a:lvl2pPr>
            <a:lvl3pPr marL="182880">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dirty="0"/>
              <a:t>[Agenda item 8]</a:t>
            </a:r>
          </a:p>
          <a:p>
            <a:pPr lvl="1"/>
            <a:r>
              <a:rPr lang="en-US" dirty="0"/>
              <a:t>Second level</a:t>
            </a:r>
          </a:p>
        </p:txBody>
      </p:sp>
    </p:spTree>
    <p:extLst>
      <p:ext uri="{BB962C8B-B14F-4D97-AF65-F5344CB8AC3E}">
        <p14:creationId xmlns:p14="http://schemas.microsoft.com/office/powerpoint/2010/main" val="2548277075"/>
      </p:ext>
    </p:extLst>
  </p:cSld>
  <p:clrMapOvr>
    <a:masterClrMapping/>
  </p:clrMapOvr>
  <p:extLst>
    <p:ext uri="{DCECCB84-F9BA-43D5-87BE-67443E8EF086}">
      <p15:sldGuideLst xmlns:p15="http://schemas.microsoft.com/office/powerpoint/2012/main">
        <p15:guide id="2" pos="1844" userDrawn="1">
          <p15:clr>
            <a:srgbClr val="C35EA4"/>
          </p15:clr>
        </p15:guide>
        <p15:guide id="3" pos="2144" userDrawn="1">
          <p15:clr>
            <a:srgbClr val="C35EA4"/>
          </p15:clr>
        </p15:guide>
        <p15:guide id="4" pos="3688" userDrawn="1">
          <p15:clr>
            <a:srgbClr val="C35EA4"/>
          </p15:clr>
        </p15:guide>
        <p15:guide id="5" pos="3988" userDrawn="1">
          <p15:clr>
            <a:srgbClr val="C35EA4"/>
          </p15:clr>
        </p15:guide>
        <p15:guide id="6" pos="5530" userDrawn="1">
          <p15:clr>
            <a:srgbClr val="C35EA4"/>
          </p15:clr>
        </p15:guide>
        <p15:guide id="7" pos="5832" userDrawn="1">
          <p15:clr>
            <a:srgbClr val="C35EA4"/>
          </p15:clr>
        </p15:guide>
        <p15:guide id="8" orient="horz" pos="2528" userDrawn="1">
          <p15:clr>
            <a:srgbClr val="5ACBF0"/>
          </p15:clr>
        </p15:guide>
        <p15:guide id="9" orient="horz" pos="1046" userDrawn="1">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Gradient 1">
    <p:bg>
      <p:bgPr>
        <a:gradFill>
          <a:gsLst>
            <a:gs pos="100000">
              <a:srgbClr val="FDD501"/>
            </a:gs>
            <a:gs pos="1000">
              <a:srgbClr val="E60177"/>
            </a:gs>
          </a:gsLst>
          <a:lin ang="1986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1D334-3DBF-4D13-804B-67B29A3D48B5}"/>
              </a:ext>
            </a:extLst>
          </p:cNvPr>
          <p:cNvSpPr>
            <a:spLocks noGrp="1"/>
          </p:cNvSpPr>
          <p:nvPr>
            <p:ph type="title" hasCustomPrompt="1"/>
          </p:nvPr>
        </p:nvSpPr>
        <p:spPr>
          <a:xfrm>
            <a:off x="484631" y="484632"/>
            <a:ext cx="8293608" cy="2944368"/>
          </a:xfrm>
        </p:spPr>
        <p:txBody>
          <a:bodyPr anchor="b" anchorCtr="0"/>
          <a:lstStyle>
            <a:lvl1pPr>
              <a:lnSpc>
                <a:spcPct val="90000"/>
              </a:lnSpc>
              <a:defRPr sz="6000" spc="-100" baseline="0"/>
            </a:lvl1pPr>
          </a:lstStyle>
          <a:p>
            <a:r>
              <a:rPr lang="en-US" dirty="0"/>
              <a:t>[Section header title]</a:t>
            </a:r>
          </a:p>
        </p:txBody>
      </p:sp>
      <p:sp>
        <p:nvSpPr>
          <p:cNvPr id="3" name="Text Placeholder 2">
            <a:extLst>
              <a:ext uri="{FF2B5EF4-FFF2-40B4-BE49-F238E27FC236}">
                <a16:creationId xmlns:a16="http://schemas.microsoft.com/office/drawing/2014/main" id="{8112AE54-FEAE-4ACB-873D-AFF95DD8AD39}"/>
              </a:ext>
            </a:extLst>
          </p:cNvPr>
          <p:cNvSpPr>
            <a:spLocks noGrp="1"/>
          </p:cNvSpPr>
          <p:nvPr>
            <p:ph type="body" idx="1" hasCustomPrompt="1"/>
          </p:nvPr>
        </p:nvSpPr>
        <p:spPr>
          <a:xfrm>
            <a:off x="484631" y="3723437"/>
            <a:ext cx="8293608" cy="886968"/>
          </a:xfrm>
        </p:spPr>
        <p:txBody>
          <a:bodyPr>
            <a:noAutofit/>
          </a:bodyPr>
          <a:lstStyle>
            <a:lvl1pPr marL="0" indent="0">
              <a:spcBef>
                <a:spcPts val="0"/>
              </a:spcBef>
              <a:buNone/>
              <a:defRPr sz="1800">
                <a:solidFill>
                  <a:schemeClr val="tx1"/>
                </a:solidFill>
              </a:defRPr>
            </a:lvl1pPr>
            <a:lvl2pPr marL="0" indent="0">
              <a:spcBef>
                <a:spcPts val="0"/>
              </a:spcBef>
              <a:buNone/>
              <a:defRPr sz="1800">
                <a:solidFill>
                  <a:schemeClr val="tx1"/>
                </a:solidFill>
              </a:defRPr>
            </a:lvl2pPr>
            <a:lvl3pPr marL="0" indent="0">
              <a:spcBef>
                <a:spcPts val="0"/>
              </a:spcBef>
              <a:buNone/>
              <a:defRPr sz="1800">
                <a:solidFill>
                  <a:schemeClr val="tx1"/>
                </a:solidFill>
              </a:defRPr>
            </a:lvl3pPr>
            <a:lvl4pPr marL="0" indent="0">
              <a:spcBef>
                <a:spcPts val="0"/>
              </a:spcBef>
              <a:buNone/>
              <a:defRPr sz="1800">
                <a:solidFill>
                  <a:schemeClr val="tx1"/>
                </a:solidFill>
              </a:defRPr>
            </a:lvl4pPr>
            <a:lvl5pPr marL="0" indent="0">
              <a:spcBef>
                <a:spcPts val="0"/>
              </a:spcBef>
              <a:buNone/>
              <a:defRPr sz="1800">
                <a:solidFill>
                  <a:schemeClr val="tx1"/>
                </a:solidFill>
              </a:defRPr>
            </a:lvl5pPr>
            <a:lvl6pPr marL="0" indent="0">
              <a:spcBef>
                <a:spcPts val="0"/>
              </a:spcBef>
              <a:buNone/>
              <a:defRPr sz="1800">
                <a:solidFill>
                  <a:schemeClr val="tx1"/>
                </a:solidFill>
              </a:defRPr>
            </a:lvl6pPr>
            <a:lvl7pPr marL="0" indent="0">
              <a:spcBef>
                <a:spcPts val="0"/>
              </a:spcBef>
              <a:buNone/>
              <a:defRPr sz="1800">
                <a:solidFill>
                  <a:schemeClr val="tx1"/>
                </a:solidFill>
              </a:defRPr>
            </a:lvl7pPr>
            <a:lvl8pPr marL="0" indent="0">
              <a:spcBef>
                <a:spcPts val="0"/>
              </a:spcBef>
              <a:buNone/>
              <a:defRPr sz="1800">
                <a:solidFill>
                  <a:schemeClr val="tx1"/>
                </a:solidFill>
              </a:defRPr>
            </a:lvl8pPr>
            <a:lvl9pPr marL="0" indent="0">
              <a:spcBef>
                <a:spcPts val="0"/>
              </a:spcBef>
              <a:buNone/>
              <a:defRPr sz="1800">
                <a:solidFill>
                  <a:schemeClr val="tx1"/>
                </a:solidFill>
              </a:defRPr>
            </a:lvl9pPr>
          </a:lstStyle>
          <a:p>
            <a:pPr lvl="0"/>
            <a:r>
              <a:rPr lang="en-US" dirty="0"/>
              <a:t>[Optional section header subtitle]</a:t>
            </a:r>
          </a:p>
        </p:txBody>
      </p:sp>
    </p:spTree>
    <p:extLst>
      <p:ext uri="{BB962C8B-B14F-4D97-AF65-F5344CB8AC3E}">
        <p14:creationId xmlns:p14="http://schemas.microsoft.com/office/powerpoint/2010/main" val="132818439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userDrawn="1">
          <p15:clr>
            <a:srgbClr val="5ACBF0"/>
          </p15:clr>
        </p15:guide>
        <p15:guide id="2" orient="horz" pos="2342" userDrawn="1">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ection Header Gradient 2">
    <p:bg>
      <p:bgPr>
        <a:gradFill>
          <a:gsLst>
            <a:gs pos="100000">
              <a:srgbClr val="BD03F7"/>
            </a:gs>
            <a:gs pos="50000">
              <a:srgbClr val="3539F4"/>
            </a:gs>
            <a:gs pos="0">
              <a:srgbClr val="0068FF"/>
            </a:gs>
          </a:gsLst>
          <a:lin ang="1254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1D334-3DBF-4D13-804B-67B29A3D48B5}"/>
              </a:ext>
            </a:extLst>
          </p:cNvPr>
          <p:cNvSpPr>
            <a:spLocks noGrp="1"/>
          </p:cNvSpPr>
          <p:nvPr>
            <p:ph type="title" hasCustomPrompt="1"/>
          </p:nvPr>
        </p:nvSpPr>
        <p:spPr>
          <a:xfrm>
            <a:off x="484631" y="484632"/>
            <a:ext cx="8293608" cy="2944368"/>
          </a:xfrm>
        </p:spPr>
        <p:txBody>
          <a:bodyPr anchor="b" anchorCtr="0"/>
          <a:lstStyle>
            <a:lvl1pPr>
              <a:lnSpc>
                <a:spcPct val="90000"/>
              </a:lnSpc>
              <a:defRPr sz="6000" spc="-100" baseline="0"/>
            </a:lvl1pPr>
          </a:lstStyle>
          <a:p>
            <a:r>
              <a:rPr lang="en-US" dirty="0"/>
              <a:t>[Section header title]</a:t>
            </a:r>
          </a:p>
        </p:txBody>
      </p:sp>
      <p:sp>
        <p:nvSpPr>
          <p:cNvPr id="3" name="Text Placeholder 2">
            <a:extLst>
              <a:ext uri="{FF2B5EF4-FFF2-40B4-BE49-F238E27FC236}">
                <a16:creationId xmlns:a16="http://schemas.microsoft.com/office/drawing/2014/main" id="{8112AE54-FEAE-4ACB-873D-AFF95DD8AD39}"/>
              </a:ext>
            </a:extLst>
          </p:cNvPr>
          <p:cNvSpPr>
            <a:spLocks noGrp="1"/>
          </p:cNvSpPr>
          <p:nvPr>
            <p:ph type="body" idx="1" hasCustomPrompt="1"/>
          </p:nvPr>
        </p:nvSpPr>
        <p:spPr>
          <a:xfrm>
            <a:off x="484631" y="3723437"/>
            <a:ext cx="8293608" cy="886968"/>
          </a:xfrm>
        </p:spPr>
        <p:txBody>
          <a:bodyPr>
            <a:noAutofit/>
          </a:bodyPr>
          <a:lstStyle>
            <a:lvl1pPr marL="0" indent="0">
              <a:spcBef>
                <a:spcPts val="0"/>
              </a:spcBef>
              <a:buNone/>
              <a:defRPr sz="1800">
                <a:solidFill>
                  <a:schemeClr val="tx1"/>
                </a:solidFill>
              </a:defRPr>
            </a:lvl1pPr>
            <a:lvl2pPr marL="0" indent="0">
              <a:spcBef>
                <a:spcPts val="0"/>
              </a:spcBef>
              <a:buNone/>
              <a:defRPr sz="1800">
                <a:solidFill>
                  <a:schemeClr val="tx1"/>
                </a:solidFill>
              </a:defRPr>
            </a:lvl2pPr>
            <a:lvl3pPr marL="0" indent="0">
              <a:spcBef>
                <a:spcPts val="0"/>
              </a:spcBef>
              <a:buNone/>
              <a:defRPr sz="1800">
                <a:solidFill>
                  <a:schemeClr val="tx1"/>
                </a:solidFill>
              </a:defRPr>
            </a:lvl3pPr>
            <a:lvl4pPr marL="0" indent="0">
              <a:spcBef>
                <a:spcPts val="0"/>
              </a:spcBef>
              <a:buNone/>
              <a:defRPr sz="1800">
                <a:solidFill>
                  <a:schemeClr val="tx1"/>
                </a:solidFill>
              </a:defRPr>
            </a:lvl4pPr>
            <a:lvl5pPr marL="0" indent="0">
              <a:spcBef>
                <a:spcPts val="0"/>
              </a:spcBef>
              <a:buNone/>
              <a:defRPr sz="1800">
                <a:solidFill>
                  <a:schemeClr val="tx1"/>
                </a:solidFill>
              </a:defRPr>
            </a:lvl5pPr>
            <a:lvl6pPr marL="0" indent="0">
              <a:spcBef>
                <a:spcPts val="0"/>
              </a:spcBef>
              <a:buNone/>
              <a:defRPr sz="1800">
                <a:solidFill>
                  <a:schemeClr val="tx1"/>
                </a:solidFill>
              </a:defRPr>
            </a:lvl6pPr>
            <a:lvl7pPr marL="0" indent="0">
              <a:spcBef>
                <a:spcPts val="0"/>
              </a:spcBef>
              <a:buNone/>
              <a:defRPr sz="1800">
                <a:solidFill>
                  <a:schemeClr val="tx1"/>
                </a:solidFill>
              </a:defRPr>
            </a:lvl7pPr>
            <a:lvl8pPr marL="0" indent="0">
              <a:spcBef>
                <a:spcPts val="0"/>
              </a:spcBef>
              <a:buNone/>
              <a:defRPr sz="1800">
                <a:solidFill>
                  <a:schemeClr val="tx1"/>
                </a:solidFill>
              </a:defRPr>
            </a:lvl8pPr>
            <a:lvl9pPr marL="0" indent="0">
              <a:spcBef>
                <a:spcPts val="0"/>
              </a:spcBef>
              <a:buNone/>
              <a:defRPr sz="1800">
                <a:solidFill>
                  <a:schemeClr val="tx1"/>
                </a:solidFill>
              </a:defRPr>
            </a:lvl9pPr>
          </a:lstStyle>
          <a:p>
            <a:pPr lvl="0"/>
            <a:r>
              <a:rPr lang="en-US" dirty="0"/>
              <a:t>[Optional section header subtitle]</a:t>
            </a:r>
          </a:p>
        </p:txBody>
      </p:sp>
    </p:spTree>
    <p:extLst>
      <p:ext uri="{BB962C8B-B14F-4D97-AF65-F5344CB8AC3E}">
        <p14:creationId xmlns:p14="http://schemas.microsoft.com/office/powerpoint/2010/main" val="208307129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userDrawn="1">
          <p15:clr>
            <a:srgbClr val="5ACBF0"/>
          </p15:clr>
        </p15:guide>
        <p15:guide id="2" orient="horz" pos="2342" userDrawn="1">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ection Header Gradient 3">
    <p:bg>
      <p:bgPr>
        <a:gradFill>
          <a:gsLst>
            <a:gs pos="100000">
              <a:srgbClr val="E60177"/>
            </a:gs>
            <a:gs pos="50000">
              <a:srgbClr val="E81245"/>
            </a:gs>
            <a:gs pos="0">
              <a:srgbClr val="BD03F7"/>
            </a:gs>
          </a:gsLst>
          <a:lin ang="1986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1D334-3DBF-4D13-804B-67B29A3D48B5}"/>
              </a:ext>
            </a:extLst>
          </p:cNvPr>
          <p:cNvSpPr>
            <a:spLocks noGrp="1"/>
          </p:cNvSpPr>
          <p:nvPr>
            <p:ph type="title" hasCustomPrompt="1"/>
          </p:nvPr>
        </p:nvSpPr>
        <p:spPr>
          <a:xfrm>
            <a:off x="484632" y="484632"/>
            <a:ext cx="8293608" cy="2944368"/>
          </a:xfrm>
        </p:spPr>
        <p:txBody>
          <a:bodyPr anchor="b" anchorCtr="0"/>
          <a:lstStyle>
            <a:lvl1pPr>
              <a:lnSpc>
                <a:spcPct val="90000"/>
              </a:lnSpc>
              <a:defRPr sz="6000" spc="-100" baseline="0"/>
            </a:lvl1pPr>
          </a:lstStyle>
          <a:p>
            <a:r>
              <a:rPr lang="en-US" dirty="0"/>
              <a:t>[Section header title]</a:t>
            </a:r>
          </a:p>
        </p:txBody>
      </p:sp>
      <p:sp>
        <p:nvSpPr>
          <p:cNvPr id="3" name="Text Placeholder 2">
            <a:extLst>
              <a:ext uri="{FF2B5EF4-FFF2-40B4-BE49-F238E27FC236}">
                <a16:creationId xmlns:a16="http://schemas.microsoft.com/office/drawing/2014/main" id="{8112AE54-FEAE-4ACB-873D-AFF95DD8AD39}"/>
              </a:ext>
            </a:extLst>
          </p:cNvPr>
          <p:cNvSpPr>
            <a:spLocks noGrp="1"/>
          </p:cNvSpPr>
          <p:nvPr>
            <p:ph type="body" idx="1" hasCustomPrompt="1"/>
          </p:nvPr>
        </p:nvSpPr>
        <p:spPr>
          <a:xfrm>
            <a:off x="484632" y="3723437"/>
            <a:ext cx="8293608" cy="886968"/>
          </a:xfrm>
        </p:spPr>
        <p:txBody>
          <a:bodyPr>
            <a:noAutofit/>
          </a:bodyPr>
          <a:lstStyle>
            <a:lvl1pPr marL="0" indent="0">
              <a:spcBef>
                <a:spcPts val="0"/>
              </a:spcBef>
              <a:buNone/>
              <a:defRPr sz="1800">
                <a:solidFill>
                  <a:schemeClr val="tx1"/>
                </a:solidFill>
              </a:defRPr>
            </a:lvl1pPr>
            <a:lvl2pPr marL="0" indent="0">
              <a:spcBef>
                <a:spcPts val="0"/>
              </a:spcBef>
              <a:buNone/>
              <a:defRPr sz="1800">
                <a:solidFill>
                  <a:schemeClr val="tx1"/>
                </a:solidFill>
              </a:defRPr>
            </a:lvl2pPr>
            <a:lvl3pPr marL="0" indent="0">
              <a:spcBef>
                <a:spcPts val="0"/>
              </a:spcBef>
              <a:buNone/>
              <a:defRPr sz="1800">
                <a:solidFill>
                  <a:schemeClr val="tx1"/>
                </a:solidFill>
              </a:defRPr>
            </a:lvl3pPr>
            <a:lvl4pPr marL="0" indent="0">
              <a:spcBef>
                <a:spcPts val="0"/>
              </a:spcBef>
              <a:buNone/>
              <a:defRPr sz="1800">
                <a:solidFill>
                  <a:schemeClr val="tx1"/>
                </a:solidFill>
              </a:defRPr>
            </a:lvl4pPr>
            <a:lvl5pPr marL="0" indent="0">
              <a:spcBef>
                <a:spcPts val="0"/>
              </a:spcBef>
              <a:buNone/>
              <a:defRPr sz="1800">
                <a:solidFill>
                  <a:schemeClr val="tx1"/>
                </a:solidFill>
              </a:defRPr>
            </a:lvl5pPr>
            <a:lvl6pPr marL="0" indent="0">
              <a:spcBef>
                <a:spcPts val="0"/>
              </a:spcBef>
              <a:buNone/>
              <a:defRPr sz="1800">
                <a:solidFill>
                  <a:schemeClr val="tx1"/>
                </a:solidFill>
              </a:defRPr>
            </a:lvl6pPr>
            <a:lvl7pPr marL="0" indent="0">
              <a:spcBef>
                <a:spcPts val="0"/>
              </a:spcBef>
              <a:buNone/>
              <a:defRPr sz="1800">
                <a:solidFill>
                  <a:schemeClr val="tx1"/>
                </a:solidFill>
              </a:defRPr>
            </a:lvl7pPr>
            <a:lvl8pPr marL="0" indent="0">
              <a:spcBef>
                <a:spcPts val="0"/>
              </a:spcBef>
              <a:buNone/>
              <a:defRPr sz="1800">
                <a:solidFill>
                  <a:schemeClr val="tx1"/>
                </a:solidFill>
              </a:defRPr>
            </a:lvl8pPr>
            <a:lvl9pPr marL="0" indent="0">
              <a:spcBef>
                <a:spcPts val="0"/>
              </a:spcBef>
              <a:buNone/>
              <a:defRPr sz="1800">
                <a:solidFill>
                  <a:schemeClr val="tx1"/>
                </a:solidFill>
              </a:defRPr>
            </a:lvl9pPr>
          </a:lstStyle>
          <a:p>
            <a:pPr lvl="0"/>
            <a:r>
              <a:rPr lang="en-US" dirty="0"/>
              <a:t>[Optional section header subtitle]</a:t>
            </a:r>
          </a:p>
        </p:txBody>
      </p:sp>
    </p:spTree>
    <p:extLst>
      <p:ext uri="{BB962C8B-B14F-4D97-AF65-F5344CB8AC3E}">
        <p14:creationId xmlns:p14="http://schemas.microsoft.com/office/powerpoint/2010/main" val="229291298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userDrawn="1">
          <p15:clr>
            <a:srgbClr val="5ACBF0"/>
          </p15:clr>
        </p15:guide>
        <p15:guide id="2" orient="horz" pos="2342" userDrawn="1">
          <p15:clr>
            <a:srgbClr val="5ACBF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ection Header Gradient 4">
    <p:bg>
      <p:bgPr>
        <a:gradFill>
          <a:gsLst>
            <a:gs pos="100000">
              <a:srgbClr val="01AB01"/>
            </a:gs>
            <a:gs pos="50000">
              <a:srgbClr val="0068FF"/>
            </a:gs>
            <a:gs pos="0">
              <a:srgbClr val="3539F4"/>
            </a:gs>
          </a:gsLst>
          <a:lin ang="1986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1D334-3DBF-4D13-804B-67B29A3D48B5}"/>
              </a:ext>
            </a:extLst>
          </p:cNvPr>
          <p:cNvSpPr>
            <a:spLocks noGrp="1"/>
          </p:cNvSpPr>
          <p:nvPr>
            <p:ph type="title" hasCustomPrompt="1"/>
          </p:nvPr>
        </p:nvSpPr>
        <p:spPr>
          <a:xfrm>
            <a:off x="484631" y="484632"/>
            <a:ext cx="8293608" cy="2944368"/>
          </a:xfrm>
        </p:spPr>
        <p:txBody>
          <a:bodyPr anchor="b" anchorCtr="0"/>
          <a:lstStyle>
            <a:lvl1pPr>
              <a:lnSpc>
                <a:spcPct val="90000"/>
              </a:lnSpc>
              <a:defRPr sz="6000" spc="-100" baseline="0"/>
            </a:lvl1pPr>
          </a:lstStyle>
          <a:p>
            <a:r>
              <a:rPr lang="en-US" dirty="0"/>
              <a:t>[Section header title]</a:t>
            </a:r>
          </a:p>
        </p:txBody>
      </p:sp>
      <p:sp>
        <p:nvSpPr>
          <p:cNvPr id="3" name="Text Placeholder 2">
            <a:extLst>
              <a:ext uri="{FF2B5EF4-FFF2-40B4-BE49-F238E27FC236}">
                <a16:creationId xmlns:a16="http://schemas.microsoft.com/office/drawing/2014/main" id="{8112AE54-FEAE-4ACB-873D-AFF95DD8AD39}"/>
              </a:ext>
            </a:extLst>
          </p:cNvPr>
          <p:cNvSpPr>
            <a:spLocks noGrp="1"/>
          </p:cNvSpPr>
          <p:nvPr>
            <p:ph type="body" idx="1" hasCustomPrompt="1"/>
          </p:nvPr>
        </p:nvSpPr>
        <p:spPr>
          <a:xfrm>
            <a:off x="484631" y="3723437"/>
            <a:ext cx="8293608" cy="886968"/>
          </a:xfrm>
        </p:spPr>
        <p:txBody>
          <a:bodyPr>
            <a:noAutofit/>
          </a:bodyPr>
          <a:lstStyle>
            <a:lvl1pPr marL="0" indent="0">
              <a:spcBef>
                <a:spcPts val="0"/>
              </a:spcBef>
              <a:buNone/>
              <a:defRPr sz="1800">
                <a:solidFill>
                  <a:schemeClr val="tx1"/>
                </a:solidFill>
              </a:defRPr>
            </a:lvl1pPr>
            <a:lvl2pPr marL="0" indent="0">
              <a:spcBef>
                <a:spcPts val="0"/>
              </a:spcBef>
              <a:buNone/>
              <a:defRPr sz="1800">
                <a:solidFill>
                  <a:schemeClr val="tx1"/>
                </a:solidFill>
              </a:defRPr>
            </a:lvl2pPr>
            <a:lvl3pPr marL="0" indent="0">
              <a:spcBef>
                <a:spcPts val="0"/>
              </a:spcBef>
              <a:buNone/>
              <a:defRPr sz="1800">
                <a:solidFill>
                  <a:schemeClr val="tx1"/>
                </a:solidFill>
              </a:defRPr>
            </a:lvl3pPr>
            <a:lvl4pPr marL="0" indent="0">
              <a:spcBef>
                <a:spcPts val="0"/>
              </a:spcBef>
              <a:buNone/>
              <a:defRPr sz="1800">
                <a:solidFill>
                  <a:schemeClr val="tx1"/>
                </a:solidFill>
              </a:defRPr>
            </a:lvl4pPr>
            <a:lvl5pPr marL="0" indent="0">
              <a:spcBef>
                <a:spcPts val="0"/>
              </a:spcBef>
              <a:buNone/>
              <a:defRPr sz="1800">
                <a:solidFill>
                  <a:schemeClr val="tx1"/>
                </a:solidFill>
              </a:defRPr>
            </a:lvl5pPr>
            <a:lvl6pPr marL="0" indent="0">
              <a:spcBef>
                <a:spcPts val="0"/>
              </a:spcBef>
              <a:buNone/>
              <a:defRPr sz="1800">
                <a:solidFill>
                  <a:schemeClr val="tx1"/>
                </a:solidFill>
              </a:defRPr>
            </a:lvl6pPr>
            <a:lvl7pPr marL="0" indent="0">
              <a:spcBef>
                <a:spcPts val="0"/>
              </a:spcBef>
              <a:buNone/>
              <a:defRPr sz="1800">
                <a:solidFill>
                  <a:schemeClr val="tx1"/>
                </a:solidFill>
              </a:defRPr>
            </a:lvl7pPr>
            <a:lvl8pPr marL="0" indent="0">
              <a:spcBef>
                <a:spcPts val="0"/>
              </a:spcBef>
              <a:buNone/>
              <a:defRPr sz="1800">
                <a:solidFill>
                  <a:schemeClr val="tx1"/>
                </a:solidFill>
              </a:defRPr>
            </a:lvl8pPr>
            <a:lvl9pPr marL="0" indent="0">
              <a:spcBef>
                <a:spcPts val="0"/>
              </a:spcBef>
              <a:buNone/>
              <a:defRPr sz="1800">
                <a:solidFill>
                  <a:schemeClr val="tx1"/>
                </a:solidFill>
              </a:defRPr>
            </a:lvl9pPr>
          </a:lstStyle>
          <a:p>
            <a:pPr lvl="0"/>
            <a:r>
              <a:rPr lang="en-US" dirty="0"/>
              <a:t>[Optional section header subtitle]</a:t>
            </a:r>
          </a:p>
        </p:txBody>
      </p:sp>
    </p:spTree>
    <p:extLst>
      <p:ext uri="{BB962C8B-B14F-4D97-AF65-F5344CB8AC3E}">
        <p14:creationId xmlns:p14="http://schemas.microsoft.com/office/powerpoint/2010/main" val="384680626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userDrawn="1">
          <p15:clr>
            <a:srgbClr val="5ACBF0"/>
          </p15:clr>
        </p15:guide>
        <p15:guide id="2" orient="horz" pos="2342" userDrawn="1">
          <p15:clr>
            <a:srgbClr val="5ACBF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tion Header - Whi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1D334-3DBF-4D13-804B-67B29A3D48B5}"/>
              </a:ext>
            </a:extLst>
          </p:cNvPr>
          <p:cNvSpPr>
            <a:spLocks noGrp="1"/>
          </p:cNvSpPr>
          <p:nvPr>
            <p:ph type="title" hasCustomPrompt="1"/>
          </p:nvPr>
        </p:nvSpPr>
        <p:spPr>
          <a:xfrm>
            <a:off x="484632" y="484632"/>
            <a:ext cx="8293608" cy="2944368"/>
          </a:xfrm>
        </p:spPr>
        <p:txBody>
          <a:bodyPr anchor="b" anchorCtr="0"/>
          <a:lstStyle>
            <a:lvl1pPr>
              <a:lnSpc>
                <a:spcPct val="90000"/>
              </a:lnSpc>
              <a:defRPr sz="6000" spc="-100" baseline="0"/>
            </a:lvl1pPr>
          </a:lstStyle>
          <a:p>
            <a:r>
              <a:rPr lang="en-US" dirty="0"/>
              <a:t>[Section header title]</a:t>
            </a:r>
          </a:p>
        </p:txBody>
      </p:sp>
      <p:sp>
        <p:nvSpPr>
          <p:cNvPr id="3" name="Text Placeholder 2">
            <a:extLst>
              <a:ext uri="{FF2B5EF4-FFF2-40B4-BE49-F238E27FC236}">
                <a16:creationId xmlns:a16="http://schemas.microsoft.com/office/drawing/2014/main" id="{8112AE54-FEAE-4ACB-873D-AFF95DD8AD39}"/>
              </a:ext>
            </a:extLst>
          </p:cNvPr>
          <p:cNvSpPr>
            <a:spLocks noGrp="1"/>
          </p:cNvSpPr>
          <p:nvPr>
            <p:ph type="body" idx="1" hasCustomPrompt="1"/>
          </p:nvPr>
        </p:nvSpPr>
        <p:spPr>
          <a:xfrm>
            <a:off x="484632" y="3723437"/>
            <a:ext cx="8293608" cy="886968"/>
          </a:xfrm>
        </p:spPr>
        <p:txBody>
          <a:bodyPr>
            <a:noAutofit/>
          </a:bodyPr>
          <a:lstStyle>
            <a:lvl1pPr marL="0" indent="0">
              <a:spcBef>
                <a:spcPts val="0"/>
              </a:spcBef>
              <a:buNone/>
              <a:defRPr sz="1800">
                <a:solidFill>
                  <a:schemeClr val="tx1"/>
                </a:solidFill>
              </a:defRPr>
            </a:lvl1pPr>
            <a:lvl2pPr marL="0" indent="0">
              <a:spcBef>
                <a:spcPts val="0"/>
              </a:spcBef>
              <a:buNone/>
              <a:defRPr sz="1800">
                <a:solidFill>
                  <a:schemeClr val="tx1"/>
                </a:solidFill>
              </a:defRPr>
            </a:lvl2pPr>
            <a:lvl3pPr marL="0" indent="0">
              <a:spcBef>
                <a:spcPts val="0"/>
              </a:spcBef>
              <a:buNone/>
              <a:defRPr sz="1800">
                <a:solidFill>
                  <a:schemeClr val="tx1"/>
                </a:solidFill>
              </a:defRPr>
            </a:lvl3pPr>
            <a:lvl4pPr marL="0" indent="0">
              <a:spcBef>
                <a:spcPts val="0"/>
              </a:spcBef>
              <a:buNone/>
              <a:defRPr sz="1800">
                <a:solidFill>
                  <a:schemeClr val="tx1"/>
                </a:solidFill>
              </a:defRPr>
            </a:lvl4pPr>
            <a:lvl5pPr marL="0" indent="0">
              <a:spcBef>
                <a:spcPts val="0"/>
              </a:spcBef>
              <a:buNone/>
              <a:defRPr sz="1800">
                <a:solidFill>
                  <a:schemeClr val="tx1"/>
                </a:solidFill>
              </a:defRPr>
            </a:lvl5pPr>
            <a:lvl6pPr marL="0" indent="0">
              <a:spcBef>
                <a:spcPts val="0"/>
              </a:spcBef>
              <a:buNone/>
              <a:defRPr sz="1800">
                <a:solidFill>
                  <a:schemeClr val="tx1"/>
                </a:solidFill>
              </a:defRPr>
            </a:lvl6pPr>
            <a:lvl7pPr marL="0" indent="0">
              <a:spcBef>
                <a:spcPts val="0"/>
              </a:spcBef>
              <a:buNone/>
              <a:defRPr sz="1800">
                <a:solidFill>
                  <a:schemeClr val="tx1"/>
                </a:solidFill>
              </a:defRPr>
            </a:lvl7pPr>
            <a:lvl8pPr marL="0" indent="0">
              <a:spcBef>
                <a:spcPts val="0"/>
              </a:spcBef>
              <a:buNone/>
              <a:defRPr sz="1800">
                <a:solidFill>
                  <a:schemeClr val="tx1"/>
                </a:solidFill>
              </a:defRPr>
            </a:lvl8pPr>
            <a:lvl9pPr marL="0" indent="0">
              <a:spcBef>
                <a:spcPts val="0"/>
              </a:spcBef>
              <a:buNone/>
              <a:defRPr sz="1800">
                <a:solidFill>
                  <a:schemeClr val="tx1"/>
                </a:solidFill>
              </a:defRPr>
            </a:lvl9pPr>
          </a:lstStyle>
          <a:p>
            <a:pPr lvl="0"/>
            <a:r>
              <a:rPr lang="en-US" dirty="0"/>
              <a:t>[Optional section header subtitle]</a:t>
            </a:r>
          </a:p>
        </p:txBody>
      </p:sp>
    </p:spTree>
    <p:extLst>
      <p:ext uri="{BB962C8B-B14F-4D97-AF65-F5344CB8AC3E}">
        <p14:creationId xmlns:p14="http://schemas.microsoft.com/office/powerpoint/2010/main" val="383772140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5530" userDrawn="1">
          <p15:clr>
            <a:srgbClr val="C35EA4"/>
          </p15:clr>
        </p15:guide>
        <p15:guide id="2" orient="horz" pos="2160" userDrawn="1">
          <p15:clr>
            <a:srgbClr val="5ACBF0"/>
          </p15:clr>
        </p15:guide>
        <p15:guide id="3" orient="horz" pos="2342" userDrawn="1">
          <p15:clr>
            <a:srgbClr val="5ACBF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08EE12-25FA-4170-8328-55278109322A}"/>
              </a:ext>
            </a:extLst>
          </p:cNvPr>
          <p:cNvSpPr>
            <a:spLocks noGrp="1"/>
          </p:cNvSpPr>
          <p:nvPr>
            <p:ph type="title" hasCustomPrompt="1"/>
          </p:nvPr>
        </p:nvSpPr>
        <p:spPr>
          <a:xfrm>
            <a:off x="484630" y="484632"/>
            <a:ext cx="11219688" cy="534871"/>
          </a:xfrm>
        </p:spPr>
        <p:txBody>
          <a:bodyPr/>
          <a:lstStyle/>
          <a:p>
            <a:r>
              <a:rPr lang="en-US" dirty="0"/>
              <a:t>[Slide title]</a:t>
            </a:r>
          </a:p>
        </p:txBody>
      </p:sp>
      <p:sp>
        <p:nvSpPr>
          <p:cNvPr id="3" name="Content Placeholder 2">
            <a:extLst>
              <a:ext uri="{FF2B5EF4-FFF2-40B4-BE49-F238E27FC236}">
                <a16:creationId xmlns:a16="http://schemas.microsoft.com/office/drawing/2014/main" id="{7E323959-B929-4872-A3D7-1BB1CAD1B2FD}"/>
              </a:ext>
            </a:extLst>
          </p:cNvPr>
          <p:cNvSpPr>
            <a:spLocks noGrp="1"/>
          </p:cNvSpPr>
          <p:nvPr>
            <p:ph idx="1"/>
          </p:nvPr>
        </p:nvSpPr>
        <p:spPr>
          <a:xfrm>
            <a:off x="484629" y="1664208"/>
            <a:ext cx="11221595" cy="43428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6">
            <a:extLst>
              <a:ext uri="{FF2B5EF4-FFF2-40B4-BE49-F238E27FC236}">
                <a16:creationId xmlns:a16="http://schemas.microsoft.com/office/drawing/2014/main" id="{E6404438-9845-C655-4975-02BDF3CE9651}"/>
              </a:ext>
            </a:extLst>
          </p:cNvPr>
          <p:cNvSpPr>
            <a:spLocks noGrp="1"/>
          </p:cNvSpPr>
          <p:nvPr>
            <p:ph type="body" sz="quarter" idx="10"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5" name="Text Placeholder 6">
            <a:extLst>
              <a:ext uri="{FF2B5EF4-FFF2-40B4-BE49-F238E27FC236}">
                <a16:creationId xmlns:a16="http://schemas.microsoft.com/office/drawing/2014/main" id="{324DBC0A-09C6-8D5B-7217-D71586B96521}"/>
              </a:ext>
            </a:extLst>
          </p:cNvPr>
          <p:cNvSpPr>
            <a:spLocks noGrp="1"/>
          </p:cNvSpPr>
          <p:nvPr>
            <p:ph type="body" sz="quarter" idx="11"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1923336257"/>
      </p:ext>
    </p:extLst>
  </p:cSld>
  <p:clrMapOvr>
    <a:masterClrMapping/>
  </p:clrMapOvr>
  <p:extLst>
    <p:ext uri="{DCECCB84-F9BA-43D5-87BE-67443E8EF086}">
      <p15:sldGuideLst xmlns:p15="http://schemas.microsoft.com/office/powerpoint/2012/main">
        <p15:guide id="1" orient="horz" pos="1046">
          <p15:clr>
            <a:srgbClr val="5ACBF0"/>
          </p15:clr>
        </p15:guide>
        <p15:guide id="4" orient="horz" pos="1790">
          <p15:clr>
            <a:srgbClr val="5ACBF0"/>
          </p15:clr>
        </p15:guide>
        <p15:guide id="5" orient="horz" pos="2528">
          <p15:clr>
            <a:srgbClr val="5ACBF0"/>
          </p15:clr>
        </p15:guide>
        <p15:guide id="6" orient="horz" pos="3272">
          <p15:clr>
            <a:srgbClr val="5ACBF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08EE12-25FA-4170-8328-55278109322A}"/>
              </a:ext>
            </a:extLst>
          </p:cNvPr>
          <p:cNvSpPr>
            <a:spLocks noGrp="1"/>
          </p:cNvSpPr>
          <p:nvPr>
            <p:ph type="title" hasCustomPrompt="1"/>
          </p:nvPr>
        </p:nvSpPr>
        <p:spPr>
          <a:xfrm>
            <a:off x="484630" y="484632"/>
            <a:ext cx="11219688" cy="534871"/>
          </a:xfrm>
        </p:spPr>
        <p:txBody>
          <a:bodyPr/>
          <a:lstStyle/>
          <a:p>
            <a:r>
              <a:rPr lang="en-US" dirty="0"/>
              <a:t>[Slide title]</a:t>
            </a:r>
          </a:p>
        </p:txBody>
      </p:sp>
      <p:sp>
        <p:nvSpPr>
          <p:cNvPr id="7" name="Text Placeholder 6">
            <a:extLst>
              <a:ext uri="{FF2B5EF4-FFF2-40B4-BE49-F238E27FC236}">
                <a16:creationId xmlns:a16="http://schemas.microsoft.com/office/drawing/2014/main" id="{E6404438-9845-C655-4975-02BDF3CE9651}"/>
              </a:ext>
            </a:extLst>
          </p:cNvPr>
          <p:cNvSpPr>
            <a:spLocks noGrp="1"/>
          </p:cNvSpPr>
          <p:nvPr>
            <p:ph type="body" sz="quarter" idx="10"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3" name="Text Placeholder 6">
            <a:extLst>
              <a:ext uri="{FF2B5EF4-FFF2-40B4-BE49-F238E27FC236}">
                <a16:creationId xmlns:a16="http://schemas.microsoft.com/office/drawing/2014/main" id="{223BF356-CF1D-4355-C776-ED3A225B591C}"/>
              </a:ext>
            </a:extLst>
          </p:cNvPr>
          <p:cNvSpPr>
            <a:spLocks noGrp="1"/>
          </p:cNvSpPr>
          <p:nvPr>
            <p:ph type="body" sz="quarter" idx="11"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3357535452"/>
      </p:ext>
    </p:extLst>
  </p:cSld>
  <p:clrMapOvr>
    <a:masterClrMapping/>
  </p:clrMapOvr>
  <p:extLst>
    <p:ext uri="{DCECCB84-F9BA-43D5-87BE-67443E8EF086}">
      <p15:sldGuideLst xmlns:p15="http://schemas.microsoft.com/office/powerpoint/2012/main">
        <p15:guide id="1" orient="horz" pos="1046">
          <p15:clr>
            <a:srgbClr val="5ACBF0"/>
          </p15:clr>
        </p15:guide>
        <p15:guide id="4" orient="horz" pos="1790">
          <p15:clr>
            <a:srgbClr val="5ACBF0"/>
          </p15:clr>
        </p15:guide>
        <p15:guide id="5" orient="horz" pos="2528">
          <p15:clr>
            <a:srgbClr val="5ACBF0"/>
          </p15:clr>
        </p15:guide>
        <p15:guide id="6" orient="horz" pos="3272">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FD1EE69-3DA9-384B-BE69-3C35C5627FA1}"/>
              </a:ext>
            </a:extLst>
          </p:cNvPr>
          <p:cNvSpPr>
            <a:spLocks noGrp="1"/>
          </p:cNvSpPr>
          <p:nvPr>
            <p:ph type="title" hasCustomPrompt="1"/>
          </p:nvPr>
        </p:nvSpPr>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5367528"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CFF30D3B-DD55-43C0-9A96-3AC11E01121D}"/>
              </a:ext>
            </a:extLst>
          </p:cNvPr>
          <p:cNvSpPr>
            <a:spLocks noGrp="1"/>
          </p:cNvSpPr>
          <p:nvPr>
            <p:ph sz="half" idx="2"/>
          </p:nvPr>
        </p:nvSpPr>
        <p:spPr>
          <a:xfrm>
            <a:off x="6336790" y="1664208"/>
            <a:ext cx="5367528"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 Placeholder 6">
            <a:extLst>
              <a:ext uri="{FF2B5EF4-FFF2-40B4-BE49-F238E27FC236}">
                <a16:creationId xmlns:a16="http://schemas.microsoft.com/office/drawing/2014/main" id="{57A58F2F-CEF9-C6DC-893F-9FC18D2F3F7A}"/>
              </a:ext>
            </a:extLst>
          </p:cNvPr>
          <p:cNvSpPr>
            <a:spLocks noGrp="1"/>
          </p:cNvSpPr>
          <p:nvPr>
            <p:ph type="body" sz="quarter" idx="10"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6" name="Text Placeholder 6">
            <a:extLst>
              <a:ext uri="{FF2B5EF4-FFF2-40B4-BE49-F238E27FC236}">
                <a16:creationId xmlns:a16="http://schemas.microsoft.com/office/drawing/2014/main" id="{EE8FF44B-DA0D-BCCF-6D23-F5FF84CDB7EB}"/>
              </a:ext>
            </a:extLst>
          </p:cNvPr>
          <p:cNvSpPr>
            <a:spLocks noGrp="1"/>
          </p:cNvSpPr>
          <p:nvPr>
            <p:ph type="body" sz="quarter" idx="11"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1612164743"/>
      </p:ext>
    </p:extLst>
  </p:cSld>
  <p:clrMapOvr>
    <a:masterClrMapping/>
  </p:clrMapOvr>
  <p:extLst>
    <p:ext uri="{DCECCB84-F9BA-43D5-87BE-67443E8EF086}">
      <p15:sldGuideLst xmlns:p15="http://schemas.microsoft.com/office/powerpoint/2012/main">
        <p15:guide id="4" pos="3688" userDrawn="1">
          <p15:clr>
            <a:srgbClr val="C35EA4"/>
          </p15:clr>
        </p15:guide>
        <p15:guide id="5" pos="3988" userDrawn="1">
          <p15:clr>
            <a:srgbClr val="C35EA4"/>
          </p15:clr>
        </p15:guide>
        <p15:guide id="6" orient="horz" pos="1046" userDrawn="1">
          <p15:clr>
            <a:srgbClr val="5ACBF0"/>
          </p15:clr>
        </p15:guide>
        <p15:guide id="7" orient="horz" pos="1790" userDrawn="1">
          <p15:clr>
            <a:srgbClr val="5ACBF0"/>
          </p15:clr>
        </p15:guide>
        <p15:guide id="8" orient="horz" pos="2528" userDrawn="1">
          <p15:clr>
            <a:srgbClr val="5ACBF0"/>
          </p15:clr>
        </p15:guide>
        <p15:guide id="9" orient="horz" pos="3274" userDrawn="1">
          <p15:clr>
            <a:srgbClr val="5ACBF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424E9832-BC9B-2645-B809-4008C9354C49}"/>
              </a:ext>
            </a:extLst>
          </p:cNvPr>
          <p:cNvSpPr>
            <a:spLocks noGrp="1"/>
          </p:cNvSpPr>
          <p:nvPr>
            <p:ph type="title" hasCustomPrompt="1"/>
          </p:nvPr>
        </p:nvSpPr>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3410712"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CFF30D3B-DD55-43C0-9A96-3AC11E01121D}"/>
              </a:ext>
            </a:extLst>
          </p:cNvPr>
          <p:cNvSpPr>
            <a:spLocks noGrp="1"/>
          </p:cNvSpPr>
          <p:nvPr>
            <p:ph sz="half" idx="2"/>
          </p:nvPr>
        </p:nvSpPr>
        <p:spPr>
          <a:xfrm>
            <a:off x="4389118" y="1664208"/>
            <a:ext cx="3410712"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4">
            <a:extLst>
              <a:ext uri="{FF2B5EF4-FFF2-40B4-BE49-F238E27FC236}">
                <a16:creationId xmlns:a16="http://schemas.microsoft.com/office/drawing/2014/main" id="{3E7CE142-0CA8-FE44-AEBE-6EA0C0C59560}"/>
              </a:ext>
            </a:extLst>
          </p:cNvPr>
          <p:cNvSpPr>
            <a:spLocks noGrp="1"/>
          </p:cNvSpPr>
          <p:nvPr>
            <p:ph sz="quarter" idx="11"/>
          </p:nvPr>
        </p:nvSpPr>
        <p:spPr>
          <a:xfrm>
            <a:off x="8293606" y="1664208"/>
            <a:ext cx="3410712"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 Placeholder 6">
            <a:extLst>
              <a:ext uri="{FF2B5EF4-FFF2-40B4-BE49-F238E27FC236}">
                <a16:creationId xmlns:a16="http://schemas.microsoft.com/office/drawing/2014/main" id="{B9352E71-0FBC-B57C-BA1C-F3123777E3E9}"/>
              </a:ext>
            </a:extLst>
          </p:cNvPr>
          <p:cNvSpPr>
            <a:spLocks noGrp="1"/>
          </p:cNvSpPr>
          <p:nvPr>
            <p:ph type="body" sz="quarter" idx="10"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6" name="Text Placeholder 6">
            <a:extLst>
              <a:ext uri="{FF2B5EF4-FFF2-40B4-BE49-F238E27FC236}">
                <a16:creationId xmlns:a16="http://schemas.microsoft.com/office/drawing/2014/main" id="{087B9522-8FAC-44DF-B41B-8A11FB1BD484}"/>
              </a:ext>
            </a:extLst>
          </p:cNvPr>
          <p:cNvSpPr>
            <a:spLocks noGrp="1"/>
          </p:cNvSpPr>
          <p:nvPr>
            <p:ph type="body" sz="quarter" idx="12"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469634042"/>
      </p:ext>
    </p:extLst>
  </p:cSld>
  <p:clrMapOvr>
    <a:masterClrMapping/>
  </p:clrMapOvr>
  <p:extLst>
    <p:ext uri="{DCECCB84-F9BA-43D5-87BE-67443E8EF086}">
      <p15:sldGuideLst xmlns:p15="http://schemas.microsoft.com/office/powerpoint/2012/main">
        <p15:guide id="4" pos="2454" userDrawn="1">
          <p15:clr>
            <a:srgbClr val="C35EA4"/>
          </p15:clr>
        </p15:guide>
        <p15:guide id="5" pos="2762" userDrawn="1">
          <p15:clr>
            <a:srgbClr val="C35EA4"/>
          </p15:clr>
        </p15:guide>
        <p15:guide id="6" pos="4914" userDrawn="1">
          <p15:clr>
            <a:srgbClr val="C35EA4"/>
          </p15:clr>
        </p15:guide>
        <p15:guide id="7" pos="5222" userDrawn="1">
          <p15:clr>
            <a:srgbClr val="C35EA4"/>
          </p15:clr>
        </p15:guide>
        <p15:guide id="8" orient="horz" pos="1046" userDrawn="1">
          <p15:clr>
            <a:srgbClr val="5ACBF0"/>
          </p15:clr>
        </p15:guide>
        <p15:guide id="9" orient="horz" pos="1790" userDrawn="1">
          <p15:clr>
            <a:srgbClr val="5ACBF0"/>
          </p15:clr>
        </p15:guide>
        <p15:guide id="10" orient="horz" pos="2528" userDrawn="1">
          <p15:clr>
            <a:srgbClr val="5ACBF0"/>
          </p15:clr>
        </p15:guide>
        <p15:guide id="11" orient="horz" pos="3274" userDrawn="1">
          <p15:clr>
            <a:srgbClr val="5ACBF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E7E91BE-77A9-C842-93FA-10844AAA64EA}"/>
              </a:ext>
            </a:extLst>
          </p:cNvPr>
          <p:cNvSpPr>
            <a:spLocks noGrp="1"/>
          </p:cNvSpPr>
          <p:nvPr>
            <p:ph type="title" hasCustomPrompt="1"/>
          </p:nvPr>
        </p:nvSpPr>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2441448" cy="4343485"/>
          </a:xfrm>
        </p:spPr>
        <p:txBody>
          <a:bodyPr>
            <a:noAutofit/>
          </a:bodyPr>
          <a:lstStyle>
            <a:lvl1pPr marL="137160" indent="-137160">
              <a:spcBef>
                <a:spcPts val="900"/>
              </a:spcBef>
              <a:defRPr sz="1400"/>
            </a:lvl1pPr>
            <a:lvl2pPr marL="274320" indent="-137160">
              <a:spcBef>
                <a:spcPts val="300"/>
              </a:spcBef>
              <a:defRPr sz="1400"/>
            </a:lvl2pPr>
            <a:lvl3pPr marL="411480" indent="-137160">
              <a:spcBef>
                <a:spcPts val="0"/>
              </a:spcBef>
              <a:defRPr sz="1400"/>
            </a:lvl3pPr>
            <a:lvl4pPr marL="548640" indent="-137160">
              <a:spcBef>
                <a:spcPts val="0"/>
              </a:spcBef>
              <a:defRPr sz="1400"/>
            </a:lvl4pPr>
            <a:lvl5pPr marL="685800" indent="-137160">
              <a:spcBef>
                <a:spcPts val="0"/>
              </a:spcBef>
              <a:defRPr sz="1400"/>
            </a:lvl5pPr>
            <a:lvl6pPr marL="822960" indent="-137160">
              <a:spcBef>
                <a:spcPts val="0"/>
              </a:spcBef>
              <a:defRPr sz="1400"/>
            </a:lvl6pPr>
            <a:lvl7pPr marL="960120" indent="-137160">
              <a:spcBef>
                <a:spcPts val="0"/>
              </a:spcBef>
              <a:defRPr sz="1400"/>
            </a:lvl7pPr>
            <a:lvl8pPr marL="1097280" indent="-137160">
              <a:spcBef>
                <a:spcPts val="0"/>
              </a:spcBef>
              <a:defRPr sz="1400"/>
            </a:lvl8pPr>
            <a:lvl9pPr marL="1234440" indent="-137160">
              <a:spcBef>
                <a:spcPts val="0"/>
              </a:spcBef>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CFF30D3B-DD55-43C0-9A96-3AC11E01121D}"/>
              </a:ext>
            </a:extLst>
          </p:cNvPr>
          <p:cNvSpPr>
            <a:spLocks noGrp="1"/>
          </p:cNvSpPr>
          <p:nvPr>
            <p:ph sz="half" idx="2"/>
          </p:nvPr>
        </p:nvSpPr>
        <p:spPr>
          <a:xfrm>
            <a:off x="3410710" y="1664208"/>
            <a:ext cx="2441448" cy="4343485"/>
          </a:xfrm>
        </p:spPr>
        <p:txBody>
          <a:bodyPr>
            <a:noAutofit/>
          </a:bodyPr>
          <a:lstStyle>
            <a:lvl1pPr marL="137160" indent="-137160">
              <a:spcBef>
                <a:spcPts val="900"/>
              </a:spcBef>
              <a:defRPr sz="1400"/>
            </a:lvl1pPr>
            <a:lvl2pPr marL="274320" indent="-137160">
              <a:spcBef>
                <a:spcPts val="300"/>
              </a:spcBef>
              <a:defRPr sz="1400"/>
            </a:lvl2pPr>
            <a:lvl3pPr marL="411480" indent="-137160">
              <a:spcBef>
                <a:spcPts val="0"/>
              </a:spcBef>
              <a:defRPr sz="1400"/>
            </a:lvl3pPr>
            <a:lvl4pPr marL="548640" indent="-137160">
              <a:spcBef>
                <a:spcPts val="0"/>
              </a:spcBef>
              <a:defRPr sz="1400"/>
            </a:lvl4pPr>
            <a:lvl5pPr marL="685800" indent="-137160">
              <a:spcBef>
                <a:spcPts val="0"/>
              </a:spcBef>
              <a:defRPr sz="1400"/>
            </a:lvl5pPr>
            <a:lvl6pPr marL="822960" indent="-137160">
              <a:spcBef>
                <a:spcPts val="0"/>
              </a:spcBef>
              <a:defRPr sz="1400"/>
            </a:lvl6pPr>
            <a:lvl7pPr marL="960120" indent="-137160">
              <a:spcBef>
                <a:spcPts val="0"/>
              </a:spcBef>
              <a:defRPr sz="1400"/>
            </a:lvl7pPr>
            <a:lvl8pPr marL="1097280" indent="-137160">
              <a:spcBef>
                <a:spcPts val="0"/>
              </a:spcBef>
              <a:defRPr sz="1400"/>
            </a:lvl8pPr>
            <a:lvl9pPr marL="1234440" indent="-137160">
              <a:spcBef>
                <a:spcPts val="0"/>
              </a:spcBef>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4">
            <a:extLst>
              <a:ext uri="{FF2B5EF4-FFF2-40B4-BE49-F238E27FC236}">
                <a16:creationId xmlns:a16="http://schemas.microsoft.com/office/drawing/2014/main" id="{3E7CE142-0CA8-FE44-AEBE-6EA0C0C59560}"/>
              </a:ext>
            </a:extLst>
          </p:cNvPr>
          <p:cNvSpPr>
            <a:spLocks noGrp="1"/>
          </p:cNvSpPr>
          <p:nvPr>
            <p:ph sz="quarter" idx="11"/>
          </p:nvPr>
        </p:nvSpPr>
        <p:spPr>
          <a:xfrm>
            <a:off x="6336790" y="1664208"/>
            <a:ext cx="2441448" cy="4343485"/>
          </a:xfrm>
        </p:spPr>
        <p:txBody>
          <a:bodyPr>
            <a:noAutofit/>
          </a:bodyPr>
          <a:lstStyle>
            <a:lvl1pPr marL="137160" indent="-137160">
              <a:spcBef>
                <a:spcPts val="900"/>
              </a:spcBef>
              <a:defRPr sz="1400"/>
            </a:lvl1pPr>
            <a:lvl2pPr marL="274320" indent="-137160">
              <a:spcBef>
                <a:spcPts val="300"/>
              </a:spcBef>
              <a:defRPr sz="1400"/>
            </a:lvl2pPr>
            <a:lvl3pPr marL="411480" indent="-137160">
              <a:spcBef>
                <a:spcPts val="0"/>
              </a:spcBef>
              <a:defRPr sz="1400"/>
            </a:lvl3pPr>
            <a:lvl4pPr marL="548640" indent="-137160">
              <a:spcBef>
                <a:spcPts val="0"/>
              </a:spcBef>
              <a:defRPr sz="1400"/>
            </a:lvl4pPr>
            <a:lvl5pPr marL="685800" indent="-137160">
              <a:spcBef>
                <a:spcPts val="0"/>
              </a:spcBef>
              <a:defRPr sz="1400"/>
            </a:lvl5pPr>
            <a:lvl6pPr marL="822960" indent="-137160">
              <a:spcBef>
                <a:spcPts val="0"/>
              </a:spcBef>
              <a:defRPr sz="1400"/>
            </a:lvl6pPr>
            <a:lvl7pPr marL="960120" indent="-137160">
              <a:spcBef>
                <a:spcPts val="0"/>
              </a:spcBef>
              <a:defRPr sz="1400"/>
            </a:lvl7pPr>
            <a:lvl8pPr marL="1097280" indent="-137160">
              <a:spcBef>
                <a:spcPts val="0"/>
              </a:spcBef>
              <a:defRPr sz="1400"/>
            </a:lvl8pPr>
            <a:lvl9pPr marL="1234440" indent="-137160">
              <a:spcBef>
                <a:spcPts val="0"/>
              </a:spcBef>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5">
            <a:extLst>
              <a:ext uri="{FF2B5EF4-FFF2-40B4-BE49-F238E27FC236}">
                <a16:creationId xmlns:a16="http://schemas.microsoft.com/office/drawing/2014/main" id="{5BC9E542-5C7A-5F45-986F-1849A865FCEA}"/>
              </a:ext>
            </a:extLst>
          </p:cNvPr>
          <p:cNvSpPr>
            <a:spLocks noGrp="1"/>
          </p:cNvSpPr>
          <p:nvPr>
            <p:ph sz="quarter" idx="12"/>
          </p:nvPr>
        </p:nvSpPr>
        <p:spPr>
          <a:xfrm>
            <a:off x="9262870" y="1664208"/>
            <a:ext cx="2441448" cy="4343485"/>
          </a:xfrm>
        </p:spPr>
        <p:txBody>
          <a:bodyPr>
            <a:noAutofit/>
          </a:bodyPr>
          <a:lstStyle>
            <a:lvl1pPr marL="137160" indent="-137160">
              <a:spcBef>
                <a:spcPts val="900"/>
              </a:spcBef>
              <a:defRPr sz="1400"/>
            </a:lvl1pPr>
            <a:lvl2pPr marL="274320" indent="-137160">
              <a:spcBef>
                <a:spcPts val="300"/>
              </a:spcBef>
              <a:defRPr sz="1400"/>
            </a:lvl2pPr>
            <a:lvl3pPr marL="411480" indent="-137160">
              <a:spcBef>
                <a:spcPts val="0"/>
              </a:spcBef>
              <a:defRPr sz="1400"/>
            </a:lvl3pPr>
            <a:lvl4pPr marL="548640" indent="-137160">
              <a:spcBef>
                <a:spcPts val="0"/>
              </a:spcBef>
              <a:defRPr sz="1400"/>
            </a:lvl4pPr>
            <a:lvl5pPr marL="685800" indent="-137160">
              <a:spcBef>
                <a:spcPts val="0"/>
              </a:spcBef>
              <a:defRPr sz="1400"/>
            </a:lvl5pPr>
            <a:lvl6pPr marL="822960" indent="-137160">
              <a:spcBef>
                <a:spcPts val="0"/>
              </a:spcBef>
              <a:defRPr sz="1400"/>
            </a:lvl6pPr>
            <a:lvl7pPr marL="960120" indent="-137160">
              <a:spcBef>
                <a:spcPts val="0"/>
              </a:spcBef>
              <a:defRPr sz="1400"/>
            </a:lvl7pPr>
            <a:lvl8pPr marL="1097280" indent="-137160">
              <a:spcBef>
                <a:spcPts val="0"/>
              </a:spcBef>
              <a:defRPr sz="1400"/>
            </a:lvl8pPr>
            <a:lvl9pPr marL="1234440" indent="-137160">
              <a:spcBef>
                <a:spcPts val="0"/>
              </a:spcBef>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 Placeholder 6">
            <a:extLst>
              <a:ext uri="{FF2B5EF4-FFF2-40B4-BE49-F238E27FC236}">
                <a16:creationId xmlns:a16="http://schemas.microsoft.com/office/drawing/2014/main" id="{0A6DBE3F-E9DB-07F7-7400-D6B010DF7E49}"/>
              </a:ext>
            </a:extLst>
          </p:cNvPr>
          <p:cNvSpPr>
            <a:spLocks noGrp="1"/>
          </p:cNvSpPr>
          <p:nvPr>
            <p:ph type="body" sz="quarter" idx="10"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6" name="Text Placeholder 6">
            <a:extLst>
              <a:ext uri="{FF2B5EF4-FFF2-40B4-BE49-F238E27FC236}">
                <a16:creationId xmlns:a16="http://schemas.microsoft.com/office/drawing/2014/main" id="{ED16EA0E-7621-054B-BF38-8AB8F8EA5409}"/>
              </a:ext>
            </a:extLst>
          </p:cNvPr>
          <p:cNvSpPr>
            <a:spLocks noGrp="1"/>
          </p:cNvSpPr>
          <p:nvPr>
            <p:ph type="body" sz="quarter" idx="13"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3519734609"/>
      </p:ext>
    </p:extLst>
  </p:cSld>
  <p:clrMapOvr>
    <a:masterClrMapping/>
  </p:clrMapOvr>
  <p:extLst>
    <p:ext uri="{DCECCB84-F9BA-43D5-87BE-67443E8EF086}">
      <p15:sldGuideLst xmlns:p15="http://schemas.microsoft.com/office/powerpoint/2012/main">
        <p15:guide id="4" pos="1844" userDrawn="1">
          <p15:clr>
            <a:srgbClr val="C35EA4"/>
          </p15:clr>
        </p15:guide>
        <p15:guide id="5" pos="2146" userDrawn="1">
          <p15:clr>
            <a:srgbClr val="C35EA4"/>
          </p15:clr>
        </p15:guide>
        <p15:guide id="6" pos="5530" userDrawn="1">
          <p15:clr>
            <a:srgbClr val="C35EA4"/>
          </p15:clr>
        </p15:guide>
        <p15:guide id="7" pos="5832" userDrawn="1">
          <p15:clr>
            <a:srgbClr val="C35EA4"/>
          </p15:clr>
        </p15:guide>
        <p15:guide id="8" pos="3688" userDrawn="1">
          <p15:clr>
            <a:srgbClr val="C35EA4"/>
          </p15:clr>
        </p15:guide>
        <p15:guide id="9" pos="3988" userDrawn="1">
          <p15:clr>
            <a:srgbClr val="C35EA4"/>
          </p15:clr>
        </p15:guide>
        <p15:guide id="10" orient="horz" pos="1046" userDrawn="1">
          <p15:clr>
            <a:srgbClr val="5ACBF0"/>
          </p15:clr>
        </p15:guide>
        <p15:guide id="11" orient="horz" pos="1790" userDrawn="1">
          <p15:clr>
            <a:srgbClr val="5ACBF0"/>
          </p15:clr>
        </p15:guide>
        <p15:guide id="12" orient="horz" pos="2528" userDrawn="1">
          <p15:clr>
            <a:srgbClr val="5ACBF0"/>
          </p15:clr>
        </p15:guide>
        <p15:guide id="13" orient="horz" pos="3274" userDrawn="1">
          <p15:clr>
            <a:srgbClr val="5ACBF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idebar Le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98F0E-8BF8-984D-A0D8-A1E1763A103D}"/>
              </a:ext>
            </a:extLst>
          </p:cNvPr>
          <p:cNvSpPr>
            <a:spLocks noGrp="1"/>
          </p:cNvSpPr>
          <p:nvPr>
            <p:ph type="title" hasCustomPrompt="1"/>
          </p:nvPr>
        </p:nvSpPr>
        <p:spPr/>
        <p:txBody>
          <a:bodyPr/>
          <a:lstStyle/>
          <a:p>
            <a:r>
              <a:rPr lang="en-US" dirty="0"/>
              <a:t>[Slide title]</a:t>
            </a:r>
          </a:p>
        </p:txBody>
      </p:sp>
      <p:sp>
        <p:nvSpPr>
          <p:cNvPr id="10" name="Content Placeholder 2">
            <a:extLst>
              <a:ext uri="{FF2B5EF4-FFF2-40B4-BE49-F238E27FC236}">
                <a16:creationId xmlns:a16="http://schemas.microsoft.com/office/drawing/2014/main" id="{BFC4394F-F135-6A45-A000-C39400573828}"/>
              </a:ext>
            </a:extLst>
          </p:cNvPr>
          <p:cNvSpPr>
            <a:spLocks noGrp="1"/>
          </p:cNvSpPr>
          <p:nvPr>
            <p:ph sz="half" idx="1"/>
          </p:nvPr>
        </p:nvSpPr>
        <p:spPr>
          <a:xfrm>
            <a:off x="484629" y="1664208"/>
            <a:ext cx="3410712"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3">
            <a:extLst>
              <a:ext uri="{FF2B5EF4-FFF2-40B4-BE49-F238E27FC236}">
                <a16:creationId xmlns:a16="http://schemas.microsoft.com/office/drawing/2014/main" id="{9BBA97F6-DCE2-B948-A706-9388DC51AE45}"/>
              </a:ext>
            </a:extLst>
          </p:cNvPr>
          <p:cNvSpPr>
            <a:spLocks noGrp="1"/>
          </p:cNvSpPr>
          <p:nvPr>
            <p:ph sz="half" idx="2"/>
          </p:nvPr>
        </p:nvSpPr>
        <p:spPr>
          <a:xfrm>
            <a:off x="4389117" y="1664208"/>
            <a:ext cx="7317107"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ext Placeholder 6">
            <a:extLst>
              <a:ext uri="{FF2B5EF4-FFF2-40B4-BE49-F238E27FC236}">
                <a16:creationId xmlns:a16="http://schemas.microsoft.com/office/drawing/2014/main" id="{C3081E74-ED83-D851-4859-957E17BECE4B}"/>
              </a:ext>
            </a:extLst>
          </p:cNvPr>
          <p:cNvSpPr>
            <a:spLocks noGrp="1"/>
          </p:cNvSpPr>
          <p:nvPr>
            <p:ph type="body" sz="quarter" idx="10"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4" name="Text Placeholder 6">
            <a:extLst>
              <a:ext uri="{FF2B5EF4-FFF2-40B4-BE49-F238E27FC236}">
                <a16:creationId xmlns:a16="http://schemas.microsoft.com/office/drawing/2014/main" id="{A6E3B703-8571-63E4-0440-637BDB438B4B}"/>
              </a:ext>
            </a:extLst>
          </p:cNvPr>
          <p:cNvSpPr>
            <a:spLocks noGrp="1"/>
          </p:cNvSpPr>
          <p:nvPr>
            <p:ph type="body" sz="quarter" idx="11"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1631711836"/>
      </p:ext>
    </p:extLst>
  </p:cSld>
  <p:clrMapOvr>
    <a:masterClrMapping/>
  </p:clrMapOvr>
  <p:extLst>
    <p:ext uri="{DCECCB84-F9BA-43D5-87BE-67443E8EF086}">
      <p15:sldGuideLst xmlns:p15="http://schemas.microsoft.com/office/powerpoint/2012/main">
        <p15:guide id="4" pos="2454" userDrawn="1">
          <p15:clr>
            <a:srgbClr val="C35EA4"/>
          </p15:clr>
        </p15:guide>
        <p15:guide id="5" pos="2762" userDrawn="1">
          <p15:clr>
            <a:srgbClr val="C35EA4"/>
          </p15:clr>
        </p15:guide>
        <p15:guide id="6" orient="horz" pos="1046" userDrawn="1">
          <p15:clr>
            <a:srgbClr val="5ACBF0"/>
          </p15:clr>
        </p15:guide>
        <p15:guide id="7" orient="horz" pos="1790" userDrawn="1">
          <p15:clr>
            <a:srgbClr val="5ACBF0"/>
          </p15:clr>
        </p15:guide>
        <p15:guide id="8" orient="horz" pos="2528" userDrawn="1">
          <p15:clr>
            <a:srgbClr val="5ACBF0"/>
          </p15:clr>
        </p15:guide>
        <p15:guide id="9" orient="horz" pos="3274" userDrawn="1">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idebar Righ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435F428F-22C9-3744-B14E-A4E54764A19D}"/>
              </a:ext>
            </a:extLst>
          </p:cNvPr>
          <p:cNvSpPr>
            <a:spLocks noGrp="1"/>
          </p:cNvSpPr>
          <p:nvPr>
            <p:ph type="title" hasCustomPrompt="1"/>
          </p:nvPr>
        </p:nvSpPr>
        <p:spPr/>
        <p:txBody>
          <a:bodyPr/>
          <a:lstStyle/>
          <a:p>
            <a:r>
              <a:rPr lang="en-US" dirty="0"/>
              <a:t>[Slide title]</a:t>
            </a:r>
          </a:p>
        </p:txBody>
      </p:sp>
      <p:sp>
        <p:nvSpPr>
          <p:cNvPr id="12" name="Content Placeholder 2">
            <a:extLst>
              <a:ext uri="{FF2B5EF4-FFF2-40B4-BE49-F238E27FC236}">
                <a16:creationId xmlns:a16="http://schemas.microsoft.com/office/drawing/2014/main" id="{98ADAA52-EED1-B14F-994F-29110053C3AE}"/>
              </a:ext>
            </a:extLst>
          </p:cNvPr>
          <p:cNvSpPr>
            <a:spLocks noGrp="1"/>
          </p:cNvSpPr>
          <p:nvPr>
            <p:ph sz="half" idx="1"/>
          </p:nvPr>
        </p:nvSpPr>
        <p:spPr>
          <a:xfrm>
            <a:off x="484630" y="1664208"/>
            <a:ext cx="7315200"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a:extLst>
              <a:ext uri="{FF2B5EF4-FFF2-40B4-BE49-F238E27FC236}">
                <a16:creationId xmlns:a16="http://schemas.microsoft.com/office/drawing/2014/main" id="{BDFAA7A0-0806-4F40-A79B-E26EC931336B}"/>
              </a:ext>
            </a:extLst>
          </p:cNvPr>
          <p:cNvSpPr>
            <a:spLocks noGrp="1"/>
          </p:cNvSpPr>
          <p:nvPr>
            <p:ph sz="half" idx="2"/>
          </p:nvPr>
        </p:nvSpPr>
        <p:spPr>
          <a:xfrm>
            <a:off x="8293606" y="1664208"/>
            <a:ext cx="3410712"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 Placeholder 6">
            <a:extLst>
              <a:ext uri="{FF2B5EF4-FFF2-40B4-BE49-F238E27FC236}">
                <a16:creationId xmlns:a16="http://schemas.microsoft.com/office/drawing/2014/main" id="{D0ACE562-9D20-A180-5CD3-97067FCEA4CC}"/>
              </a:ext>
            </a:extLst>
          </p:cNvPr>
          <p:cNvSpPr>
            <a:spLocks noGrp="1"/>
          </p:cNvSpPr>
          <p:nvPr>
            <p:ph type="body" sz="quarter" idx="10"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4" name="Text Placeholder 6">
            <a:extLst>
              <a:ext uri="{FF2B5EF4-FFF2-40B4-BE49-F238E27FC236}">
                <a16:creationId xmlns:a16="http://schemas.microsoft.com/office/drawing/2014/main" id="{0EE0415F-39CF-6AAB-F30F-6CF8D85C09E9}"/>
              </a:ext>
            </a:extLst>
          </p:cNvPr>
          <p:cNvSpPr>
            <a:spLocks noGrp="1"/>
          </p:cNvSpPr>
          <p:nvPr>
            <p:ph type="body" sz="quarter" idx="11"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3449703550"/>
      </p:ext>
    </p:extLst>
  </p:cSld>
  <p:clrMapOvr>
    <a:masterClrMapping/>
  </p:clrMapOvr>
  <p:extLst>
    <p:ext uri="{DCECCB84-F9BA-43D5-87BE-67443E8EF086}">
      <p15:sldGuideLst xmlns:p15="http://schemas.microsoft.com/office/powerpoint/2012/main">
        <p15:guide id="6" pos="4914" userDrawn="1">
          <p15:clr>
            <a:srgbClr val="C35EA4"/>
          </p15:clr>
        </p15:guide>
        <p15:guide id="7" pos="5222" userDrawn="1">
          <p15:clr>
            <a:srgbClr val="C35EA4"/>
          </p15:clr>
        </p15:guide>
        <p15:guide id="8" orient="horz" pos="1046" userDrawn="1">
          <p15:clr>
            <a:srgbClr val="5ACBF0"/>
          </p15:clr>
        </p15:guide>
        <p15:guide id="9" orient="horz" pos="1790" userDrawn="1">
          <p15:clr>
            <a:srgbClr val="5ACBF0"/>
          </p15:clr>
        </p15:guide>
        <p15:guide id="10" orient="horz" pos="2528" userDrawn="1">
          <p15:clr>
            <a:srgbClr val="5ACBF0"/>
          </p15:clr>
        </p15:guide>
        <p15:guide id="11" orient="horz" pos="3274" userDrawn="1">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Gray Block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BB6CCDB3-9A66-C84B-90F0-6AE8C64C327F}"/>
              </a:ext>
            </a:extLst>
          </p:cNvPr>
          <p:cNvSpPr>
            <a:spLocks noGrp="1"/>
          </p:cNvSpPr>
          <p:nvPr>
            <p:ph type="title" hasCustomPrompt="1"/>
          </p:nvPr>
        </p:nvSpPr>
        <p:spPr>
          <a:xfrm>
            <a:off x="484630" y="484632"/>
            <a:ext cx="6830570" cy="530352"/>
          </a:xfrm>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28" y="1664208"/>
            <a:ext cx="6830568"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CFF30D3B-DD55-43C0-9A96-3AC11E01121D}"/>
              </a:ext>
            </a:extLst>
          </p:cNvPr>
          <p:cNvSpPr>
            <a:spLocks noGrp="1"/>
          </p:cNvSpPr>
          <p:nvPr>
            <p:ph sz="half" idx="2"/>
          </p:nvPr>
        </p:nvSpPr>
        <p:spPr>
          <a:xfrm>
            <a:off x="8293606" y="1664208"/>
            <a:ext cx="3410712"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 Placeholder 6">
            <a:extLst>
              <a:ext uri="{FF2B5EF4-FFF2-40B4-BE49-F238E27FC236}">
                <a16:creationId xmlns:a16="http://schemas.microsoft.com/office/drawing/2014/main" id="{233F031B-6175-1A38-B01C-C8A79AF57A16}"/>
              </a:ext>
            </a:extLst>
          </p:cNvPr>
          <p:cNvSpPr>
            <a:spLocks noGrp="1"/>
          </p:cNvSpPr>
          <p:nvPr>
            <p:ph type="body" sz="quarter" idx="10" hasCustomPrompt="1"/>
          </p:nvPr>
        </p:nvSpPr>
        <p:spPr>
          <a:xfrm>
            <a:off x="484631" y="1030944"/>
            <a:ext cx="6830569" cy="347663"/>
          </a:xfrm>
        </p:spPr>
        <p:txBody>
          <a:bodyPr/>
          <a:lstStyle>
            <a:lvl1pPr marL="0" indent="0">
              <a:buFontTx/>
              <a:buNone/>
              <a:defRPr sz="1800"/>
            </a:lvl1pPr>
          </a:lstStyle>
          <a:p>
            <a:pPr lvl="0"/>
            <a:r>
              <a:rPr lang="en-US" dirty="0"/>
              <a:t>[Slide subtitle]</a:t>
            </a:r>
          </a:p>
        </p:txBody>
      </p:sp>
      <p:sp>
        <p:nvSpPr>
          <p:cNvPr id="6" name="Text Placeholder 6">
            <a:extLst>
              <a:ext uri="{FF2B5EF4-FFF2-40B4-BE49-F238E27FC236}">
                <a16:creationId xmlns:a16="http://schemas.microsoft.com/office/drawing/2014/main" id="{8E22E2A2-679D-C1C7-BB3B-DA0CFCEAD92A}"/>
              </a:ext>
            </a:extLst>
          </p:cNvPr>
          <p:cNvSpPr>
            <a:spLocks noGrp="1"/>
          </p:cNvSpPr>
          <p:nvPr>
            <p:ph type="body" sz="quarter" idx="11" hasCustomPrompt="1"/>
          </p:nvPr>
        </p:nvSpPr>
        <p:spPr>
          <a:xfrm>
            <a:off x="486537" y="6153150"/>
            <a:ext cx="6828663"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2430510650"/>
      </p:ext>
    </p:extLst>
  </p:cSld>
  <p:clrMapOvr>
    <a:masterClrMapping/>
  </p:clrMapOvr>
  <p:extLst>
    <p:ext uri="{DCECCB84-F9BA-43D5-87BE-67443E8EF086}">
      <p15:sldGuideLst xmlns:p15="http://schemas.microsoft.com/office/powerpoint/2012/main">
        <p15:guide id="5" pos="4608" userDrawn="1">
          <p15:clr>
            <a:srgbClr val="C35EA4"/>
          </p15:clr>
        </p15:guide>
        <p15:guide id="7" pos="5222" userDrawn="1">
          <p15:clr>
            <a:srgbClr val="C35EA4"/>
          </p15:clr>
        </p15:guide>
        <p15:guide id="8" orient="horz" pos="1046" userDrawn="1">
          <p15:clr>
            <a:srgbClr val="5ACBF0"/>
          </p15:clr>
        </p15:guide>
        <p15:guide id="9" pos="4914" userDrawn="1">
          <p15:clr>
            <a:srgbClr val="C35EA4"/>
          </p15:clr>
        </p15:guide>
        <p15:guide id="10" orient="horz" pos="1790" userDrawn="1">
          <p15:clr>
            <a:srgbClr val="5ACBF0"/>
          </p15:clr>
        </p15:guide>
        <p15:guide id="11" orient="horz" pos="2528" userDrawn="1">
          <p15:clr>
            <a:srgbClr val="5ACBF0"/>
          </p15:clr>
        </p15:guide>
        <p15:guide id="12" orient="horz" pos="3274" userDrawn="1">
          <p15:clr>
            <a:srgbClr val="5ACBF0"/>
          </p15:clr>
        </p15:guide>
        <p15:guide id="13" orient="horz" pos="2160" userDrawn="1">
          <p15:clr>
            <a:srgbClr val="5ACBF0"/>
          </p15:clr>
        </p15:guide>
        <p15:guide id="14" orient="horz" pos="1416" userDrawn="1">
          <p15:clr>
            <a:srgbClr val="5ACBF0"/>
          </p15:clr>
        </p15:guide>
        <p15:guide id="15" orient="horz" pos="2898" userDrawn="1">
          <p15:clr>
            <a:srgbClr val="5ACBF0"/>
          </p15:clr>
        </p15:guide>
        <p15:guide id="16" orient="horz" pos="3640" userDrawn="1">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Gray Block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B0DB582-5590-B143-9777-AB3E64FCAB81}"/>
              </a:ext>
            </a:extLst>
          </p:cNvPr>
          <p:cNvSpPr>
            <a:spLocks noGrp="1"/>
          </p:cNvSpPr>
          <p:nvPr>
            <p:ph type="title" hasCustomPrompt="1"/>
          </p:nvPr>
        </p:nvSpPr>
        <p:spPr>
          <a:xfrm>
            <a:off x="484630" y="484632"/>
            <a:ext cx="6830570" cy="530352"/>
          </a:xfrm>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6830568"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CFF30D3B-DD55-43C0-9A96-3AC11E01121D}"/>
              </a:ext>
            </a:extLst>
          </p:cNvPr>
          <p:cNvSpPr>
            <a:spLocks noGrp="1"/>
          </p:cNvSpPr>
          <p:nvPr>
            <p:ph sz="half" idx="2"/>
          </p:nvPr>
        </p:nvSpPr>
        <p:spPr>
          <a:xfrm>
            <a:off x="8293606" y="1664208"/>
            <a:ext cx="3410712"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 Placeholder 6">
            <a:extLst>
              <a:ext uri="{FF2B5EF4-FFF2-40B4-BE49-F238E27FC236}">
                <a16:creationId xmlns:a16="http://schemas.microsoft.com/office/drawing/2014/main" id="{C7B07B83-B265-0408-22AB-54965C51ADD3}"/>
              </a:ext>
            </a:extLst>
          </p:cNvPr>
          <p:cNvSpPr>
            <a:spLocks noGrp="1"/>
          </p:cNvSpPr>
          <p:nvPr>
            <p:ph type="body" sz="quarter" idx="10" hasCustomPrompt="1"/>
          </p:nvPr>
        </p:nvSpPr>
        <p:spPr>
          <a:xfrm>
            <a:off x="484631" y="1030944"/>
            <a:ext cx="6830569" cy="347663"/>
          </a:xfrm>
        </p:spPr>
        <p:txBody>
          <a:bodyPr/>
          <a:lstStyle>
            <a:lvl1pPr marL="0" indent="0">
              <a:buFontTx/>
              <a:buNone/>
              <a:defRPr sz="1800"/>
            </a:lvl1pPr>
          </a:lstStyle>
          <a:p>
            <a:pPr lvl="0"/>
            <a:r>
              <a:rPr lang="en-US" dirty="0"/>
              <a:t>[Slide subtitle]</a:t>
            </a:r>
          </a:p>
        </p:txBody>
      </p:sp>
      <p:sp>
        <p:nvSpPr>
          <p:cNvPr id="6" name="Text Placeholder 6">
            <a:extLst>
              <a:ext uri="{FF2B5EF4-FFF2-40B4-BE49-F238E27FC236}">
                <a16:creationId xmlns:a16="http://schemas.microsoft.com/office/drawing/2014/main" id="{EB61D57F-AFB7-D6A0-BC4A-D1E5DEA07C57}"/>
              </a:ext>
            </a:extLst>
          </p:cNvPr>
          <p:cNvSpPr>
            <a:spLocks noGrp="1"/>
          </p:cNvSpPr>
          <p:nvPr>
            <p:ph type="body" sz="quarter" idx="11" hasCustomPrompt="1"/>
          </p:nvPr>
        </p:nvSpPr>
        <p:spPr>
          <a:xfrm>
            <a:off x="486537" y="6153150"/>
            <a:ext cx="6828661"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141092425"/>
      </p:ext>
    </p:extLst>
  </p:cSld>
  <p:clrMapOvr>
    <a:masterClrMapping/>
  </p:clrMapOvr>
  <p:extLst>
    <p:ext uri="{DCECCB84-F9BA-43D5-87BE-67443E8EF086}">
      <p15:sldGuideLst xmlns:p15="http://schemas.microsoft.com/office/powerpoint/2012/main">
        <p15:guide id="5" pos="4608" userDrawn="1">
          <p15:clr>
            <a:srgbClr val="C35EA4"/>
          </p15:clr>
        </p15:guide>
        <p15:guide id="7" pos="5222" userDrawn="1">
          <p15:clr>
            <a:srgbClr val="C35EA4"/>
          </p15:clr>
        </p15:guide>
        <p15:guide id="8" orient="horz" pos="1046" userDrawn="1">
          <p15:clr>
            <a:srgbClr val="5ACBF0"/>
          </p15:clr>
        </p15:guide>
        <p15:guide id="9" pos="4914" userDrawn="1">
          <p15:clr>
            <a:srgbClr val="C35EA4"/>
          </p15:clr>
        </p15:guide>
        <p15:guide id="10" orient="horz" pos="1790" userDrawn="1">
          <p15:clr>
            <a:srgbClr val="5ACBF0"/>
          </p15:clr>
        </p15:guide>
        <p15:guide id="11" orient="horz" pos="2528" userDrawn="1">
          <p15:clr>
            <a:srgbClr val="5ACBF0"/>
          </p15:clr>
        </p15:guide>
        <p15:guide id="12" orient="horz" pos="3274" userDrawn="1">
          <p15:clr>
            <a:srgbClr val="5ACBF0"/>
          </p15:clr>
        </p15:guide>
        <p15:guide id="13" orient="horz" pos="2160" userDrawn="1">
          <p15:clr>
            <a:srgbClr val="5ACBF0"/>
          </p15:clr>
        </p15:guide>
        <p15:guide id="14" orient="horz" pos="1416" userDrawn="1">
          <p15:clr>
            <a:srgbClr val="5ACBF0"/>
          </p15:clr>
        </p15:guide>
        <p15:guide id="15" orient="horz" pos="2898" userDrawn="1">
          <p15:clr>
            <a:srgbClr val="5ACBF0"/>
          </p15:clr>
        </p15:guide>
        <p15:guide id="16" orient="horz" pos="3640" userDrawn="1">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Gray Block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98F0E-8BF8-984D-A0D8-A1E1763A103D}"/>
              </a:ext>
            </a:extLst>
          </p:cNvPr>
          <p:cNvSpPr>
            <a:spLocks noGrp="1"/>
          </p:cNvSpPr>
          <p:nvPr>
            <p:ph type="title" hasCustomPrompt="1"/>
          </p:nvPr>
        </p:nvSpPr>
        <p:spPr>
          <a:xfrm>
            <a:off x="484629" y="484632"/>
            <a:ext cx="3410712" cy="886968"/>
          </a:xfrm>
        </p:spPr>
        <p:txBody>
          <a:bodyPr/>
          <a:lstStyle/>
          <a:p>
            <a:r>
              <a:rPr lang="en-US" dirty="0"/>
              <a:t>[Slide title]</a:t>
            </a:r>
          </a:p>
        </p:txBody>
      </p:sp>
      <p:sp>
        <p:nvSpPr>
          <p:cNvPr id="10" name="Content Placeholder 2">
            <a:extLst>
              <a:ext uri="{FF2B5EF4-FFF2-40B4-BE49-F238E27FC236}">
                <a16:creationId xmlns:a16="http://schemas.microsoft.com/office/drawing/2014/main" id="{BFC4394F-F135-6A45-A000-C39400573828}"/>
              </a:ext>
            </a:extLst>
          </p:cNvPr>
          <p:cNvSpPr>
            <a:spLocks noGrp="1"/>
          </p:cNvSpPr>
          <p:nvPr>
            <p:ph sz="half" idx="1"/>
          </p:nvPr>
        </p:nvSpPr>
        <p:spPr>
          <a:xfrm>
            <a:off x="484629" y="1664208"/>
            <a:ext cx="3410712"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3">
            <a:extLst>
              <a:ext uri="{FF2B5EF4-FFF2-40B4-BE49-F238E27FC236}">
                <a16:creationId xmlns:a16="http://schemas.microsoft.com/office/drawing/2014/main" id="{9BBA97F6-DCE2-B948-A706-9388DC51AE45}"/>
              </a:ext>
            </a:extLst>
          </p:cNvPr>
          <p:cNvSpPr>
            <a:spLocks noGrp="1"/>
          </p:cNvSpPr>
          <p:nvPr>
            <p:ph sz="half" idx="2"/>
          </p:nvPr>
        </p:nvSpPr>
        <p:spPr>
          <a:xfrm>
            <a:off x="4873750" y="1664208"/>
            <a:ext cx="6830568"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ext Placeholder 6">
            <a:extLst>
              <a:ext uri="{FF2B5EF4-FFF2-40B4-BE49-F238E27FC236}">
                <a16:creationId xmlns:a16="http://schemas.microsoft.com/office/drawing/2014/main" id="{5E33A794-6327-B840-D041-4032796B8283}"/>
              </a:ext>
            </a:extLst>
          </p:cNvPr>
          <p:cNvSpPr>
            <a:spLocks noGrp="1"/>
          </p:cNvSpPr>
          <p:nvPr>
            <p:ph type="body" sz="quarter" idx="11" hasCustomPrompt="1"/>
          </p:nvPr>
        </p:nvSpPr>
        <p:spPr>
          <a:xfrm>
            <a:off x="486538" y="6153150"/>
            <a:ext cx="34091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3163518686"/>
      </p:ext>
    </p:extLst>
  </p:cSld>
  <p:clrMapOvr>
    <a:masterClrMapping/>
  </p:clrMapOvr>
  <p:extLst>
    <p:ext uri="{DCECCB84-F9BA-43D5-87BE-67443E8EF086}">
      <p15:sldGuideLst xmlns:p15="http://schemas.microsoft.com/office/powerpoint/2012/main">
        <p15:guide id="4" pos="2454" userDrawn="1">
          <p15:clr>
            <a:srgbClr val="C35EA4"/>
          </p15:clr>
        </p15:guide>
        <p15:guide id="5" pos="3068" userDrawn="1">
          <p15:clr>
            <a:srgbClr val="C35EA4"/>
          </p15:clr>
        </p15:guide>
        <p15:guide id="6" orient="horz" pos="1046" userDrawn="1">
          <p15:clr>
            <a:srgbClr val="5ACBF0"/>
          </p15:clr>
        </p15:guide>
        <p15:guide id="7" pos="2766" userDrawn="1">
          <p15:clr>
            <a:srgbClr val="C35EA4"/>
          </p15:clr>
        </p15:guide>
        <p15:guide id="8" orient="horz" pos="1790" userDrawn="1">
          <p15:clr>
            <a:srgbClr val="5ACBF0"/>
          </p15:clr>
        </p15:guide>
        <p15:guide id="9" orient="horz" pos="2528" userDrawn="1">
          <p15:clr>
            <a:srgbClr val="5ACBF0"/>
          </p15:clr>
        </p15:guide>
        <p15:guide id="10" orient="horz" pos="3274" userDrawn="1">
          <p15:clr>
            <a:srgbClr val="5ACBF0"/>
          </p15:clr>
        </p15:guide>
        <p15:guide id="11" orient="horz" pos="2160" userDrawn="1">
          <p15:clr>
            <a:srgbClr val="5ACBF0"/>
          </p15:clr>
        </p15:guide>
        <p15:guide id="12" orient="horz" pos="1416" userDrawn="1">
          <p15:clr>
            <a:srgbClr val="5ACBF0"/>
          </p15:clr>
        </p15:guide>
        <p15:guide id="13" orient="horz" pos="2898" userDrawn="1">
          <p15:clr>
            <a:srgbClr val="5ACBF0"/>
          </p15:clr>
        </p15:guide>
        <p15:guide id="14" orient="horz" pos="3640" userDrawn="1">
          <p15:clr>
            <a:srgbClr val="5ACBF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Gray Block 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98F0E-8BF8-984D-A0D8-A1E1763A103D}"/>
              </a:ext>
            </a:extLst>
          </p:cNvPr>
          <p:cNvSpPr>
            <a:spLocks noGrp="1"/>
          </p:cNvSpPr>
          <p:nvPr>
            <p:ph type="title" hasCustomPrompt="1"/>
          </p:nvPr>
        </p:nvSpPr>
        <p:spPr>
          <a:xfrm>
            <a:off x="484629" y="484632"/>
            <a:ext cx="3410712" cy="886968"/>
          </a:xfrm>
        </p:spPr>
        <p:txBody>
          <a:bodyPr/>
          <a:lstStyle/>
          <a:p>
            <a:r>
              <a:rPr lang="en-US" dirty="0"/>
              <a:t>[Slide title]</a:t>
            </a:r>
          </a:p>
        </p:txBody>
      </p:sp>
      <p:sp>
        <p:nvSpPr>
          <p:cNvPr id="10" name="Content Placeholder 2">
            <a:extLst>
              <a:ext uri="{FF2B5EF4-FFF2-40B4-BE49-F238E27FC236}">
                <a16:creationId xmlns:a16="http://schemas.microsoft.com/office/drawing/2014/main" id="{BFC4394F-F135-6A45-A000-C39400573828}"/>
              </a:ext>
            </a:extLst>
          </p:cNvPr>
          <p:cNvSpPr>
            <a:spLocks noGrp="1"/>
          </p:cNvSpPr>
          <p:nvPr>
            <p:ph sz="half" idx="1"/>
          </p:nvPr>
        </p:nvSpPr>
        <p:spPr>
          <a:xfrm>
            <a:off x="484629" y="1664208"/>
            <a:ext cx="3410712" cy="43460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3">
            <a:extLst>
              <a:ext uri="{FF2B5EF4-FFF2-40B4-BE49-F238E27FC236}">
                <a16:creationId xmlns:a16="http://schemas.microsoft.com/office/drawing/2014/main" id="{9BBA97F6-DCE2-B948-A706-9388DC51AE45}"/>
              </a:ext>
            </a:extLst>
          </p:cNvPr>
          <p:cNvSpPr>
            <a:spLocks noGrp="1"/>
          </p:cNvSpPr>
          <p:nvPr>
            <p:ph sz="half" idx="2"/>
          </p:nvPr>
        </p:nvSpPr>
        <p:spPr>
          <a:xfrm>
            <a:off x="4873750" y="1664208"/>
            <a:ext cx="6830568" cy="43460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ext Placeholder 6">
            <a:extLst>
              <a:ext uri="{FF2B5EF4-FFF2-40B4-BE49-F238E27FC236}">
                <a16:creationId xmlns:a16="http://schemas.microsoft.com/office/drawing/2014/main" id="{1CF95E6C-B783-1A08-BA51-DB5AF13F8713}"/>
              </a:ext>
            </a:extLst>
          </p:cNvPr>
          <p:cNvSpPr>
            <a:spLocks noGrp="1"/>
          </p:cNvSpPr>
          <p:nvPr>
            <p:ph type="body" sz="quarter" idx="11" hasCustomPrompt="1"/>
          </p:nvPr>
        </p:nvSpPr>
        <p:spPr>
          <a:xfrm>
            <a:off x="486538" y="6153150"/>
            <a:ext cx="34091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3393364974"/>
      </p:ext>
    </p:extLst>
  </p:cSld>
  <p:clrMapOvr>
    <a:masterClrMapping/>
  </p:clrMapOvr>
  <p:extLst>
    <p:ext uri="{DCECCB84-F9BA-43D5-87BE-67443E8EF086}">
      <p15:sldGuideLst xmlns:p15="http://schemas.microsoft.com/office/powerpoint/2012/main">
        <p15:guide id="4" pos="2454" userDrawn="1">
          <p15:clr>
            <a:srgbClr val="C35EA4"/>
          </p15:clr>
        </p15:guide>
        <p15:guide id="5" pos="3068" userDrawn="1">
          <p15:clr>
            <a:srgbClr val="C35EA4"/>
          </p15:clr>
        </p15:guide>
        <p15:guide id="6" orient="horz" pos="1046" userDrawn="1">
          <p15:clr>
            <a:srgbClr val="5ACBF0"/>
          </p15:clr>
        </p15:guide>
        <p15:guide id="7" pos="2766" userDrawn="1">
          <p15:clr>
            <a:srgbClr val="C35EA4"/>
          </p15:clr>
        </p15:guide>
        <p15:guide id="8" orient="horz" pos="1790" userDrawn="1">
          <p15:clr>
            <a:srgbClr val="5ACBF0"/>
          </p15:clr>
        </p15:guide>
        <p15:guide id="9" orient="horz" pos="2528" userDrawn="1">
          <p15:clr>
            <a:srgbClr val="5ACBF0"/>
          </p15:clr>
        </p15:guide>
        <p15:guide id="10" orient="horz" pos="3274" userDrawn="1">
          <p15:clr>
            <a:srgbClr val="5ACBF0"/>
          </p15:clr>
        </p15:guide>
        <p15:guide id="11" orient="horz" pos="2160" userDrawn="1">
          <p15:clr>
            <a:srgbClr val="5ACBF0"/>
          </p15:clr>
        </p15:guide>
        <p15:guide id="12" orient="horz" pos="1416" userDrawn="1">
          <p15:clr>
            <a:srgbClr val="5ACBF0"/>
          </p15:clr>
        </p15:guide>
        <p15:guide id="13" orient="horz" pos="2898" userDrawn="1">
          <p15:clr>
            <a:srgbClr val="5ACBF0"/>
          </p15:clr>
        </p15:guide>
        <p15:guide id="14" orient="horz" pos="3640" userDrawn="1">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Gray Block 5">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43E262BF-36BA-AC48-9A67-EBD60A9FA4DD}"/>
              </a:ext>
            </a:extLst>
          </p:cNvPr>
          <p:cNvSpPr>
            <a:spLocks noGrp="1"/>
          </p:cNvSpPr>
          <p:nvPr>
            <p:ph type="title" hasCustomPrompt="1"/>
          </p:nvPr>
        </p:nvSpPr>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7"/>
            <a:ext cx="7316345" cy="1470337"/>
          </a:xfrm>
        </p:spPr>
        <p:txBody>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Content Placeholder 3">
            <a:extLst>
              <a:ext uri="{FF2B5EF4-FFF2-40B4-BE49-F238E27FC236}">
                <a16:creationId xmlns:a16="http://schemas.microsoft.com/office/drawing/2014/main" id="{CFF30D3B-DD55-43C0-9A96-3AC11E01121D}"/>
              </a:ext>
            </a:extLst>
          </p:cNvPr>
          <p:cNvSpPr>
            <a:spLocks noGrp="1"/>
          </p:cNvSpPr>
          <p:nvPr>
            <p:ph sz="half" idx="2"/>
          </p:nvPr>
        </p:nvSpPr>
        <p:spPr>
          <a:xfrm>
            <a:off x="484630" y="3723438"/>
            <a:ext cx="3410712" cy="22868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4">
            <a:extLst>
              <a:ext uri="{FF2B5EF4-FFF2-40B4-BE49-F238E27FC236}">
                <a16:creationId xmlns:a16="http://schemas.microsoft.com/office/drawing/2014/main" id="{91366E9D-86B5-9B4D-B0BF-0B797DA7375E}"/>
              </a:ext>
            </a:extLst>
          </p:cNvPr>
          <p:cNvSpPr>
            <a:spLocks noGrp="1"/>
          </p:cNvSpPr>
          <p:nvPr>
            <p:ph sz="quarter" idx="10"/>
          </p:nvPr>
        </p:nvSpPr>
        <p:spPr>
          <a:xfrm>
            <a:off x="4389118" y="3723438"/>
            <a:ext cx="3410712" cy="22868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5">
            <a:extLst>
              <a:ext uri="{FF2B5EF4-FFF2-40B4-BE49-F238E27FC236}">
                <a16:creationId xmlns:a16="http://schemas.microsoft.com/office/drawing/2014/main" id="{8E8F459D-0AFA-9340-8D7B-D52F0F78D16C}"/>
              </a:ext>
            </a:extLst>
          </p:cNvPr>
          <p:cNvSpPr>
            <a:spLocks noGrp="1"/>
          </p:cNvSpPr>
          <p:nvPr>
            <p:ph sz="quarter" idx="11"/>
          </p:nvPr>
        </p:nvSpPr>
        <p:spPr>
          <a:xfrm>
            <a:off x="8293606" y="3723438"/>
            <a:ext cx="3410712" cy="22868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 Placeholder 6">
            <a:extLst>
              <a:ext uri="{FF2B5EF4-FFF2-40B4-BE49-F238E27FC236}">
                <a16:creationId xmlns:a16="http://schemas.microsoft.com/office/drawing/2014/main" id="{0EED5E02-7F26-6B4D-B42F-9DBCE5F4AE47}"/>
              </a:ext>
            </a:extLst>
          </p:cNvPr>
          <p:cNvSpPr>
            <a:spLocks noGrp="1"/>
          </p:cNvSpPr>
          <p:nvPr>
            <p:ph type="body" sz="quarter" idx="12"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6" name="Text Placeholder 6">
            <a:extLst>
              <a:ext uri="{FF2B5EF4-FFF2-40B4-BE49-F238E27FC236}">
                <a16:creationId xmlns:a16="http://schemas.microsoft.com/office/drawing/2014/main" id="{8A7EA39C-96F6-243D-C427-1670BC8A3BE2}"/>
              </a:ext>
            </a:extLst>
          </p:cNvPr>
          <p:cNvSpPr>
            <a:spLocks noGrp="1"/>
          </p:cNvSpPr>
          <p:nvPr>
            <p:ph type="body" sz="quarter" idx="13"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120243599"/>
      </p:ext>
    </p:extLst>
  </p:cSld>
  <p:clrMapOvr>
    <a:masterClrMapping/>
  </p:clrMapOvr>
  <p:extLst>
    <p:ext uri="{DCECCB84-F9BA-43D5-87BE-67443E8EF086}">
      <p15:sldGuideLst xmlns:p15="http://schemas.microsoft.com/office/powerpoint/2012/main">
        <p15:guide id="5" pos="4914" userDrawn="1">
          <p15:clr>
            <a:srgbClr val="C35EA4"/>
          </p15:clr>
        </p15:guide>
        <p15:guide id="7" pos="5222" userDrawn="1">
          <p15:clr>
            <a:srgbClr val="C35EA4"/>
          </p15:clr>
        </p15:guide>
        <p15:guide id="8" orient="horz" pos="1046" userDrawn="1">
          <p15:clr>
            <a:srgbClr val="5ACBF0"/>
          </p15:clr>
        </p15:guide>
        <p15:guide id="9" pos="2762" userDrawn="1">
          <p15:clr>
            <a:srgbClr val="C35EA4"/>
          </p15:clr>
        </p15:guide>
        <p15:guide id="10" pos="2454" userDrawn="1">
          <p15:clr>
            <a:srgbClr val="C35EA4"/>
          </p15:clr>
        </p15:guide>
        <p15:guide id="11" orient="horz" pos="2342" userDrawn="1">
          <p15:clr>
            <a:srgbClr val="5ACBF0"/>
          </p15:clr>
        </p15:guide>
        <p15:guide id="12" orient="horz" pos="1976" userDrawn="1">
          <p15:clr>
            <a:srgbClr val="5ACBF0"/>
          </p15:clr>
        </p15:guide>
        <p15:guide id="13" orient="horz" pos="2160" userDrawn="1">
          <p15:clr>
            <a:srgbClr val="5ACBF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Big Statem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06AA918-9B9E-0742-85A2-22071D36F6F1}"/>
              </a:ext>
            </a:extLst>
          </p:cNvPr>
          <p:cNvSpPr>
            <a:spLocks noGrp="1"/>
          </p:cNvSpPr>
          <p:nvPr>
            <p:ph type="title" hasCustomPrompt="1"/>
          </p:nvPr>
        </p:nvSpPr>
        <p:spPr/>
        <p:txBody>
          <a:bodyPr/>
          <a:lstStyle/>
          <a:p>
            <a:r>
              <a:rPr lang="en-US" dirty="0"/>
              <a:t>[Optional slide title]</a:t>
            </a:r>
          </a:p>
        </p:txBody>
      </p:sp>
      <p:sp>
        <p:nvSpPr>
          <p:cNvPr id="3" name="Content Placeholder 2">
            <a:extLst>
              <a:ext uri="{FF2B5EF4-FFF2-40B4-BE49-F238E27FC236}">
                <a16:creationId xmlns:a16="http://schemas.microsoft.com/office/drawing/2014/main" id="{7E323959-B929-4872-A3D7-1BB1CAD1B2FD}"/>
              </a:ext>
            </a:extLst>
          </p:cNvPr>
          <p:cNvSpPr>
            <a:spLocks noGrp="1"/>
          </p:cNvSpPr>
          <p:nvPr>
            <p:ph idx="1" hasCustomPrompt="1"/>
          </p:nvPr>
        </p:nvSpPr>
        <p:spPr>
          <a:xfrm>
            <a:off x="484630" y="1664208"/>
            <a:ext cx="8293608" cy="4346067"/>
          </a:xfrm>
        </p:spPr>
        <p:txBody>
          <a:bodyPr/>
          <a:lstStyle>
            <a:lvl1pPr marL="0" indent="0">
              <a:lnSpc>
                <a:spcPct val="90000"/>
              </a:lnSpc>
              <a:spcBef>
                <a:spcPts val="0"/>
              </a:spcBef>
              <a:spcAft>
                <a:spcPts val="1200"/>
              </a:spcAft>
              <a:buFontTx/>
              <a:buNone/>
              <a:defRPr sz="6000" spc="-100" baseline="0"/>
            </a:lvl1pPr>
            <a:lvl2pPr marL="0" indent="0">
              <a:spcBef>
                <a:spcPts val="0"/>
              </a:spcBef>
              <a:buFontTx/>
              <a:buNone/>
              <a:defRPr/>
            </a:lvl2pPr>
            <a:lvl3pPr marL="182880" indent="-182880">
              <a:buFont typeface="Verdana" panose="020B0604030504040204" pitchFamily="34" charset="0"/>
              <a:buChar char="–"/>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dirty="0"/>
              <a:t>[Big statement]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5" name="Text Placeholder 6">
            <a:extLst>
              <a:ext uri="{FF2B5EF4-FFF2-40B4-BE49-F238E27FC236}">
                <a16:creationId xmlns:a16="http://schemas.microsoft.com/office/drawing/2014/main" id="{666A6A1C-9F01-E7C8-2434-0B1DA07E2DBF}"/>
              </a:ext>
            </a:extLst>
          </p:cNvPr>
          <p:cNvSpPr>
            <a:spLocks noGrp="1"/>
          </p:cNvSpPr>
          <p:nvPr>
            <p:ph type="body" sz="quarter" idx="11"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362862163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046" userDrawn="1">
          <p15:clr>
            <a:srgbClr val="5ACBF0"/>
          </p15:clr>
        </p15:guide>
        <p15:guide id="2" pos="5530" userDrawn="1">
          <p15:clr>
            <a:srgbClr val="C35EA4"/>
          </p15:clr>
        </p15:guide>
        <p15:guide id="3" orient="horz" pos="1790" userDrawn="1">
          <p15:clr>
            <a:srgbClr val="5ACBF0"/>
          </p15:clr>
        </p15:guide>
        <p15:guide id="4" orient="horz" pos="2528" userDrawn="1">
          <p15:clr>
            <a:srgbClr val="5ACBF0"/>
          </p15:clr>
        </p15:guide>
        <p15:guide id="5" orient="horz" pos="3274" userDrawn="1">
          <p15:clr>
            <a:srgbClr val="5ACBF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ext and Photo 1">
    <p:spTree>
      <p:nvGrpSpPr>
        <p:cNvPr id="1" name=""/>
        <p:cNvGrpSpPr/>
        <p:nvPr/>
      </p:nvGrpSpPr>
      <p:grpSpPr>
        <a:xfrm>
          <a:off x="0" y="0"/>
          <a:ext cx="0" cy="0"/>
          <a:chOff x="0" y="0"/>
          <a:chExt cx="0" cy="0"/>
        </a:xfrm>
      </p:grpSpPr>
      <p:sp>
        <p:nvSpPr>
          <p:cNvPr id="6" name="Rectangle">
            <a:extLst>
              <a:ext uri="{FF2B5EF4-FFF2-40B4-BE49-F238E27FC236}">
                <a16:creationId xmlns:a16="http://schemas.microsoft.com/office/drawing/2014/main" id="{166C6E5A-3ECC-8C8B-1F79-9615AC5E7104}"/>
              </a:ext>
              <a:ext uri="{C183D7F6-B498-43B3-948B-1728B52AA6E4}">
                <adec:decorative xmlns:adec="http://schemas.microsoft.com/office/drawing/2017/decorative" val="1"/>
              </a:ext>
            </a:extLst>
          </p:cNvPr>
          <p:cNvSpPr/>
          <p:nvPr userDrawn="1"/>
        </p:nvSpPr>
        <p:spPr bwMode="gray">
          <a:xfrm>
            <a:off x="9937429" y="6372225"/>
            <a:ext cx="2254571" cy="485775"/>
          </a:xfrm>
          <a:prstGeom prst="rect">
            <a:avLst/>
          </a:prstGeom>
          <a:solidFill>
            <a:schemeClr val="bg1"/>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79D8B82B-7248-344B-93F6-3B9A6CD620E8}"/>
              </a:ext>
            </a:extLst>
          </p:cNvPr>
          <p:cNvSpPr>
            <a:spLocks noGrp="1"/>
          </p:cNvSpPr>
          <p:nvPr>
            <p:ph type="title" hasCustomPrompt="1"/>
          </p:nvPr>
        </p:nvSpPr>
        <p:spPr>
          <a:xfrm>
            <a:off x="484630" y="484632"/>
            <a:ext cx="7315200" cy="530352"/>
          </a:xfrm>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7315200" cy="43460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3">
            <a:extLst>
              <a:ext uri="{FF2B5EF4-FFF2-40B4-BE49-F238E27FC236}">
                <a16:creationId xmlns:a16="http://schemas.microsoft.com/office/drawing/2014/main" id="{32EA0FA2-625D-EB4B-9B1B-101F639BEA49}"/>
              </a:ext>
              <a:ext uri="{C183D7F6-B498-43B3-948B-1728B52AA6E4}">
                <adec:decorative xmlns:adec="http://schemas.microsoft.com/office/drawing/2017/decorative" val="1"/>
              </a:ext>
            </a:extLst>
          </p:cNvPr>
          <p:cNvSpPr>
            <a:spLocks noGrp="1"/>
          </p:cNvSpPr>
          <p:nvPr>
            <p:ph type="pic" sz="quarter" idx="11"/>
          </p:nvPr>
        </p:nvSpPr>
        <p:spPr bwMode="gray">
          <a:xfrm>
            <a:off x="8290560" y="0"/>
            <a:ext cx="3901440" cy="6858000"/>
          </a:xfrm>
          <a:solidFill>
            <a:srgbClr val="BFBFBF"/>
          </a:solidFill>
        </p:spPr>
        <p:txBody>
          <a:bodyPr anchor="ctr" anchorCtr="0">
            <a:normAutofit/>
          </a:bodyPr>
          <a:lstStyle>
            <a:lvl1pPr marL="0" indent="0" algn="ctr">
              <a:spcBef>
                <a:spcPts val="0"/>
              </a:spcBef>
              <a:buFontTx/>
              <a:buNone/>
              <a:defRPr sz="1000" cap="none" baseline="0"/>
            </a:lvl1pPr>
          </a:lstStyle>
          <a:p>
            <a:r>
              <a:rPr lang="en-US"/>
              <a:t>Click icon to add picture</a:t>
            </a:r>
            <a:endParaRPr lang="en-US" dirty="0"/>
          </a:p>
        </p:txBody>
      </p:sp>
      <p:sp>
        <p:nvSpPr>
          <p:cNvPr id="4" name="Text Placeholder 6">
            <a:extLst>
              <a:ext uri="{FF2B5EF4-FFF2-40B4-BE49-F238E27FC236}">
                <a16:creationId xmlns:a16="http://schemas.microsoft.com/office/drawing/2014/main" id="{0215D570-9305-036E-CFE1-4E7CF566E43D}"/>
              </a:ext>
            </a:extLst>
          </p:cNvPr>
          <p:cNvSpPr>
            <a:spLocks noGrp="1"/>
          </p:cNvSpPr>
          <p:nvPr>
            <p:ph type="body" sz="quarter" idx="10" hasCustomPrompt="1"/>
          </p:nvPr>
        </p:nvSpPr>
        <p:spPr>
          <a:xfrm>
            <a:off x="484631" y="1030944"/>
            <a:ext cx="7314438" cy="347663"/>
          </a:xfrm>
        </p:spPr>
        <p:txBody>
          <a:bodyPr/>
          <a:lstStyle>
            <a:lvl1pPr marL="0" indent="0">
              <a:buFontTx/>
              <a:buNone/>
              <a:defRPr sz="1800"/>
            </a:lvl1pPr>
          </a:lstStyle>
          <a:p>
            <a:pPr lvl="0"/>
            <a:r>
              <a:rPr lang="en-US" dirty="0"/>
              <a:t>[Slide subtitle]</a:t>
            </a:r>
          </a:p>
        </p:txBody>
      </p:sp>
      <p:sp>
        <p:nvSpPr>
          <p:cNvPr id="7" name="Text Placeholder 6">
            <a:extLst>
              <a:ext uri="{FF2B5EF4-FFF2-40B4-BE49-F238E27FC236}">
                <a16:creationId xmlns:a16="http://schemas.microsoft.com/office/drawing/2014/main" id="{5E901853-85AC-6A21-F66D-437FE4F6B208}"/>
              </a:ext>
            </a:extLst>
          </p:cNvPr>
          <p:cNvSpPr>
            <a:spLocks noGrp="1"/>
          </p:cNvSpPr>
          <p:nvPr>
            <p:ph type="body" sz="quarter" idx="12" hasCustomPrompt="1"/>
          </p:nvPr>
        </p:nvSpPr>
        <p:spPr>
          <a:xfrm>
            <a:off x="486537" y="6153150"/>
            <a:ext cx="7314438" cy="219075"/>
          </a:xfrm>
        </p:spPr>
        <p:txBody>
          <a:bodyPr/>
          <a:lstStyle>
            <a:lvl1pPr marL="0" indent="0">
              <a:buFontTx/>
              <a:buNone/>
              <a:defRPr sz="800"/>
            </a:lvl1pPr>
          </a:lstStyle>
          <a:p>
            <a:pPr lvl="0"/>
            <a:r>
              <a:rPr lang="en-US" dirty="0"/>
              <a:t>Footnote</a:t>
            </a:r>
          </a:p>
        </p:txBody>
      </p:sp>
      <p:sp>
        <p:nvSpPr>
          <p:cNvPr id="8" name="Slide Number Placeholder 4">
            <a:extLst>
              <a:ext uri="{FF2B5EF4-FFF2-40B4-BE49-F238E27FC236}">
                <a16:creationId xmlns:a16="http://schemas.microsoft.com/office/drawing/2014/main" id="{1A7970E8-A9A2-1659-B39C-1E3FABDC3E33}"/>
              </a:ext>
            </a:extLst>
          </p:cNvPr>
          <p:cNvSpPr>
            <a:spLocks noGrp="1" noChangeAspect="1"/>
          </p:cNvSpPr>
          <p:nvPr>
            <p:ph type="sldNum" sz="quarter" idx="4"/>
          </p:nvPr>
        </p:nvSpPr>
        <p:spPr>
          <a:xfrm>
            <a:off x="10424158" y="6478523"/>
            <a:ext cx="1280160" cy="274319"/>
          </a:xfrm>
          <a:prstGeom prst="rect">
            <a:avLst/>
          </a:prstGeom>
          <a:blipFill>
            <a:blip r:embed="rId2"/>
            <a:stretch>
              <a:fillRect/>
            </a:stretch>
          </a:blipFill>
        </p:spPr>
        <p:txBody>
          <a:bodyPr vert="horz" lIns="0" tIns="0" rIns="0" bIns="45720" rtlCol="0" anchor="b" anchorCtr="0"/>
          <a:lstStyle>
            <a:lvl1pPr algn="r">
              <a:defRPr sz="1000">
                <a:solidFill>
                  <a:srgbClr val="000000"/>
                </a:solidFill>
              </a:defRPr>
            </a:lvl1pPr>
          </a:lstStyle>
          <a:p>
            <a:fld id="{836B39AA-EFE2-F246-9AEF-90AD81E90120}" type="slidenum">
              <a:rPr lang="en-US" smtClean="0"/>
              <a:pPr/>
              <a:t>‹#›</a:t>
            </a:fld>
            <a:endParaRPr lang="en-US" dirty="0"/>
          </a:p>
        </p:txBody>
      </p:sp>
    </p:spTree>
    <p:extLst>
      <p:ext uri="{BB962C8B-B14F-4D97-AF65-F5344CB8AC3E}">
        <p14:creationId xmlns:p14="http://schemas.microsoft.com/office/powerpoint/2010/main" val="1617777427"/>
      </p:ext>
    </p:extLst>
  </p:cSld>
  <p:clrMapOvr>
    <a:masterClrMapping/>
  </p:clrMapOvr>
  <p:extLst>
    <p:ext uri="{DCECCB84-F9BA-43D5-87BE-67443E8EF086}">
      <p15:sldGuideLst xmlns:p15="http://schemas.microsoft.com/office/powerpoint/2012/main">
        <p15:guide id="5" pos="4914" userDrawn="1">
          <p15:clr>
            <a:srgbClr val="C35EA4"/>
          </p15:clr>
        </p15:guide>
        <p15:guide id="7" pos="5220" userDrawn="1">
          <p15:clr>
            <a:srgbClr val="C35EA4"/>
          </p15:clr>
        </p15:guide>
        <p15:guide id="8" orient="horz" pos="1046" userDrawn="1">
          <p15:clr>
            <a:srgbClr val="5ACBF0"/>
          </p15:clr>
        </p15:guide>
        <p15:guide id="9" orient="horz" pos="1790" userDrawn="1">
          <p15:clr>
            <a:srgbClr val="5ACBF0"/>
          </p15:clr>
        </p15:guide>
        <p15:guide id="10" orient="horz" pos="2528" userDrawn="1">
          <p15:clr>
            <a:srgbClr val="5ACBF0"/>
          </p15:clr>
        </p15:guide>
        <p15:guide id="11" orient="horz" pos="3274" userDrawn="1">
          <p15:clr>
            <a:srgbClr val="5ACBF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ext and Photo 1 - White Logo">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8F4F4368-3D86-6BC8-B4B9-E42857539847}"/>
              </a:ext>
              <a:ext uri="{C183D7F6-B498-43B3-948B-1728B52AA6E4}">
                <adec:decorative xmlns:adec="http://schemas.microsoft.com/office/drawing/2017/decorative" val="1"/>
              </a:ext>
            </a:extLst>
          </p:cNvPr>
          <p:cNvSpPr/>
          <p:nvPr userDrawn="1"/>
        </p:nvSpPr>
        <p:spPr bwMode="gray">
          <a:xfrm>
            <a:off x="9937429" y="6372225"/>
            <a:ext cx="2254571" cy="485775"/>
          </a:xfrm>
          <a:prstGeom prst="rect">
            <a:avLst/>
          </a:prstGeom>
          <a:solidFill>
            <a:schemeClr val="bg1"/>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79D8B82B-7248-344B-93F6-3B9A6CD620E8}"/>
              </a:ext>
            </a:extLst>
          </p:cNvPr>
          <p:cNvSpPr>
            <a:spLocks noGrp="1"/>
          </p:cNvSpPr>
          <p:nvPr>
            <p:ph type="title" hasCustomPrompt="1"/>
          </p:nvPr>
        </p:nvSpPr>
        <p:spPr>
          <a:xfrm>
            <a:off x="484630" y="484632"/>
            <a:ext cx="7315200" cy="530352"/>
          </a:xfrm>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7315200" cy="43447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3">
            <a:extLst>
              <a:ext uri="{FF2B5EF4-FFF2-40B4-BE49-F238E27FC236}">
                <a16:creationId xmlns:a16="http://schemas.microsoft.com/office/drawing/2014/main" id="{32EA0FA2-625D-EB4B-9B1B-101F639BEA49}"/>
              </a:ext>
              <a:ext uri="{C183D7F6-B498-43B3-948B-1728B52AA6E4}">
                <adec:decorative xmlns:adec="http://schemas.microsoft.com/office/drawing/2017/decorative" val="1"/>
              </a:ext>
            </a:extLst>
          </p:cNvPr>
          <p:cNvSpPr>
            <a:spLocks noGrp="1"/>
          </p:cNvSpPr>
          <p:nvPr>
            <p:ph type="pic" sz="quarter" idx="11"/>
          </p:nvPr>
        </p:nvSpPr>
        <p:spPr bwMode="gray">
          <a:xfrm>
            <a:off x="8290560" y="0"/>
            <a:ext cx="3901440" cy="6858000"/>
          </a:xfrm>
          <a:solidFill>
            <a:srgbClr val="4D4D4D"/>
          </a:solidFill>
        </p:spPr>
        <p:txBody>
          <a:bodyPr anchor="ctr" anchorCtr="0">
            <a:normAutofit/>
          </a:bodyPr>
          <a:lstStyle>
            <a:lvl1pPr marL="0" indent="0" algn="ctr">
              <a:spcBef>
                <a:spcPts val="0"/>
              </a:spcBef>
              <a:buFontTx/>
              <a:buNone/>
              <a:defRPr sz="1000" cap="none" baseline="0">
                <a:solidFill>
                  <a:schemeClr val="bg1"/>
                </a:solidFill>
              </a:defRPr>
            </a:lvl1pPr>
          </a:lstStyle>
          <a:p>
            <a:r>
              <a:rPr lang="en-US"/>
              <a:t>Click icon to add picture</a:t>
            </a:r>
            <a:endParaRPr lang="en-US" dirty="0"/>
          </a:p>
        </p:txBody>
      </p:sp>
      <p:sp>
        <p:nvSpPr>
          <p:cNvPr id="4" name="Text Placeholder 6">
            <a:extLst>
              <a:ext uri="{FF2B5EF4-FFF2-40B4-BE49-F238E27FC236}">
                <a16:creationId xmlns:a16="http://schemas.microsoft.com/office/drawing/2014/main" id="{C0640255-E06C-9CA7-3C97-79F52E92B89D}"/>
              </a:ext>
            </a:extLst>
          </p:cNvPr>
          <p:cNvSpPr>
            <a:spLocks noGrp="1"/>
          </p:cNvSpPr>
          <p:nvPr>
            <p:ph type="body" sz="quarter" idx="10" hasCustomPrompt="1"/>
          </p:nvPr>
        </p:nvSpPr>
        <p:spPr>
          <a:xfrm>
            <a:off x="484631" y="1030944"/>
            <a:ext cx="7314438" cy="347663"/>
          </a:xfrm>
        </p:spPr>
        <p:txBody>
          <a:bodyPr/>
          <a:lstStyle>
            <a:lvl1pPr marL="0" indent="0">
              <a:buFontTx/>
              <a:buNone/>
              <a:defRPr sz="1800"/>
            </a:lvl1pPr>
          </a:lstStyle>
          <a:p>
            <a:pPr lvl="0"/>
            <a:r>
              <a:rPr lang="en-US" dirty="0"/>
              <a:t>[Slide subtitle]</a:t>
            </a:r>
          </a:p>
        </p:txBody>
      </p:sp>
      <p:sp>
        <p:nvSpPr>
          <p:cNvPr id="7" name="Text Placeholder 6">
            <a:extLst>
              <a:ext uri="{FF2B5EF4-FFF2-40B4-BE49-F238E27FC236}">
                <a16:creationId xmlns:a16="http://schemas.microsoft.com/office/drawing/2014/main" id="{6DBA3495-BE29-A801-E1F1-B5DB12D938B5}"/>
              </a:ext>
            </a:extLst>
          </p:cNvPr>
          <p:cNvSpPr>
            <a:spLocks noGrp="1"/>
          </p:cNvSpPr>
          <p:nvPr>
            <p:ph type="body" sz="quarter" idx="12" hasCustomPrompt="1"/>
          </p:nvPr>
        </p:nvSpPr>
        <p:spPr>
          <a:xfrm>
            <a:off x="486537" y="6153150"/>
            <a:ext cx="7314438" cy="219075"/>
          </a:xfrm>
        </p:spPr>
        <p:txBody>
          <a:bodyPr/>
          <a:lstStyle>
            <a:lvl1pPr marL="0" indent="0">
              <a:buFontTx/>
              <a:buNone/>
              <a:defRPr sz="800"/>
            </a:lvl1pPr>
          </a:lstStyle>
          <a:p>
            <a:pPr lvl="0"/>
            <a:r>
              <a:rPr lang="en-US" dirty="0"/>
              <a:t>Footnote</a:t>
            </a:r>
          </a:p>
        </p:txBody>
      </p:sp>
      <p:sp>
        <p:nvSpPr>
          <p:cNvPr id="8" name="Slide Number Placeholder 4">
            <a:extLst>
              <a:ext uri="{FF2B5EF4-FFF2-40B4-BE49-F238E27FC236}">
                <a16:creationId xmlns:a16="http://schemas.microsoft.com/office/drawing/2014/main" id="{73FF0E75-801E-2774-9809-E0D627DEB0A5}"/>
              </a:ext>
            </a:extLst>
          </p:cNvPr>
          <p:cNvSpPr>
            <a:spLocks noGrp="1" noChangeAspect="1"/>
          </p:cNvSpPr>
          <p:nvPr>
            <p:ph type="sldNum" sz="quarter" idx="4"/>
          </p:nvPr>
        </p:nvSpPr>
        <p:spPr>
          <a:xfrm>
            <a:off x="10424158" y="6478523"/>
            <a:ext cx="1280160" cy="274319"/>
          </a:xfrm>
          <a:prstGeom prst="rect">
            <a:avLst/>
          </a:prstGeom>
          <a:blipFill>
            <a:blip r:embed="rId2"/>
            <a:stretch>
              <a:fillRect/>
            </a:stretch>
          </a:blipFill>
        </p:spPr>
        <p:txBody>
          <a:bodyPr vert="horz" lIns="0" tIns="0" rIns="0" bIns="45720" rtlCol="0" anchor="b" anchorCtr="0"/>
          <a:lstStyle>
            <a:lvl1pPr algn="r">
              <a:defRPr sz="1000">
                <a:solidFill>
                  <a:schemeClr val="bg1"/>
                </a:solidFill>
              </a:defRPr>
            </a:lvl1pPr>
          </a:lstStyle>
          <a:p>
            <a:fld id="{836B39AA-EFE2-F246-9AEF-90AD81E90120}" type="slidenum">
              <a:rPr lang="en-US" smtClean="0"/>
              <a:pPr/>
              <a:t>‹#›</a:t>
            </a:fld>
            <a:endParaRPr lang="en-US" dirty="0"/>
          </a:p>
        </p:txBody>
      </p:sp>
    </p:spTree>
    <p:extLst>
      <p:ext uri="{BB962C8B-B14F-4D97-AF65-F5344CB8AC3E}">
        <p14:creationId xmlns:p14="http://schemas.microsoft.com/office/powerpoint/2010/main" val="3115526937"/>
      </p:ext>
    </p:extLst>
  </p:cSld>
  <p:clrMapOvr>
    <a:masterClrMapping/>
  </p:clrMapOvr>
  <p:extLst>
    <p:ext uri="{DCECCB84-F9BA-43D5-87BE-67443E8EF086}">
      <p15:sldGuideLst xmlns:p15="http://schemas.microsoft.com/office/powerpoint/2012/main">
        <p15:guide id="5" pos="4914" userDrawn="1">
          <p15:clr>
            <a:srgbClr val="C35EA4"/>
          </p15:clr>
        </p15:guide>
        <p15:guide id="7" pos="5220" userDrawn="1">
          <p15:clr>
            <a:srgbClr val="C35EA4"/>
          </p15:clr>
        </p15:guide>
        <p15:guide id="8" orient="horz" pos="1046" userDrawn="1">
          <p15:clr>
            <a:srgbClr val="5ACBF0"/>
          </p15:clr>
        </p15:guide>
        <p15:guide id="9" orient="horz" pos="1790" userDrawn="1">
          <p15:clr>
            <a:srgbClr val="5ACBF0"/>
          </p15:clr>
        </p15:guide>
        <p15:guide id="10" orient="horz" pos="2528" userDrawn="1">
          <p15:clr>
            <a:srgbClr val="5ACBF0"/>
          </p15:clr>
        </p15:guide>
        <p15:guide id="11" orient="horz" pos="3264" userDrawn="1">
          <p15:clr>
            <a:srgbClr val="5ACBF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ext and Photo 2">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125A3CA9-909C-F8E6-CE7D-094B54E28B3D}"/>
              </a:ext>
              <a:ext uri="{C183D7F6-B498-43B3-948B-1728B52AA6E4}">
                <adec:decorative xmlns:adec="http://schemas.microsoft.com/office/drawing/2017/decorative" val="1"/>
              </a:ext>
            </a:extLst>
          </p:cNvPr>
          <p:cNvSpPr/>
          <p:nvPr userDrawn="1"/>
        </p:nvSpPr>
        <p:spPr bwMode="gray">
          <a:xfrm>
            <a:off x="9937429" y="6372225"/>
            <a:ext cx="2254571" cy="485775"/>
          </a:xfrm>
          <a:prstGeom prst="rect">
            <a:avLst/>
          </a:prstGeom>
          <a:solidFill>
            <a:schemeClr val="bg1"/>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8760F2D4-1022-F84E-BEC7-2ED0381CBEF3}"/>
              </a:ext>
            </a:extLst>
          </p:cNvPr>
          <p:cNvSpPr>
            <a:spLocks noGrp="1"/>
          </p:cNvSpPr>
          <p:nvPr>
            <p:ph type="title" hasCustomPrompt="1"/>
          </p:nvPr>
        </p:nvSpPr>
        <p:spPr>
          <a:xfrm>
            <a:off x="484630" y="484632"/>
            <a:ext cx="5367528" cy="886968"/>
          </a:xfrm>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5367528" cy="4709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3">
            <a:extLst>
              <a:ext uri="{FF2B5EF4-FFF2-40B4-BE49-F238E27FC236}">
                <a16:creationId xmlns:a16="http://schemas.microsoft.com/office/drawing/2014/main" id="{32EA0FA2-625D-EB4B-9B1B-101F639BEA49}"/>
              </a:ext>
              <a:ext uri="{C183D7F6-B498-43B3-948B-1728B52AA6E4}">
                <adec:decorative xmlns:adec="http://schemas.microsoft.com/office/drawing/2017/decorative" val="1"/>
              </a:ext>
            </a:extLst>
          </p:cNvPr>
          <p:cNvSpPr>
            <a:spLocks noGrp="1"/>
          </p:cNvSpPr>
          <p:nvPr>
            <p:ph type="pic" sz="quarter" idx="11"/>
          </p:nvPr>
        </p:nvSpPr>
        <p:spPr bwMode="gray">
          <a:xfrm>
            <a:off x="6336790" y="0"/>
            <a:ext cx="5855210" cy="6858000"/>
          </a:xfrm>
          <a:solidFill>
            <a:srgbClr val="BFBFBF"/>
          </a:solidFill>
        </p:spPr>
        <p:txBody>
          <a:bodyPr anchor="ctr" anchorCtr="0">
            <a:normAutofit/>
          </a:bodyPr>
          <a:lstStyle>
            <a:lvl1pPr marL="0" indent="0" algn="ctr">
              <a:spcBef>
                <a:spcPts val="0"/>
              </a:spcBef>
              <a:buFontTx/>
              <a:buNone/>
              <a:defRPr sz="1000" cap="none" baseline="0"/>
            </a:lvl1pPr>
          </a:lstStyle>
          <a:p>
            <a:r>
              <a:rPr lang="en-US"/>
              <a:t>Click icon to add picture</a:t>
            </a:r>
            <a:endParaRPr lang="en-US" dirty="0"/>
          </a:p>
        </p:txBody>
      </p:sp>
      <p:sp>
        <p:nvSpPr>
          <p:cNvPr id="4" name="Slide Number Placeholder 4">
            <a:extLst>
              <a:ext uri="{FF2B5EF4-FFF2-40B4-BE49-F238E27FC236}">
                <a16:creationId xmlns:a16="http://schemas.microsoft.com/office/drawing/2014/main" id="{36B38DE3-4C1B-768F-FFFC-EE4579D88098}"/>
              </a:ext>
            </a:extLst>
          </p:cNvPr>
          <p:cNvSpPr>
            <a:spLocks noGrp="1" noChangeAspect="1"/>
          </p:cNvSpPr>
          <p:nvPr>
            <p:ph type="sldNum" sz="quarter" idx="4"/>
          </p:nvPr>
        </p:nvSpPr>
        <p:spPr>
          <a:xfrm>
            <a:off x="10424158" y="6478523"/>
            <a:ext cx="1280160" cy="274319"/>
          </a:xfrm>
          <a:prstGeom prst="rect">
            <a:avLst/>
          </a:prstGeom>
          <a:blipFill>
            <a:blip r:embed="rId2"/>
            <a:stretch>
              <a:fillRect/>
            </a:stretch>
          </a:blipFill>
        </p:spPr>
        <p:txBody>
          <a:bodyPr vert="horz" lIns="0" tIns="0" rIns="0" bIns="45720" rtlCol="0" anchor="b" anchorCtr="0"/>
          <a:lstStyle>
            <a:lvl1pPr algn="r">
              <a:defRPr sz="1000">
                <a:solidFill>
                  <a:srgbClr val="000000"/>
                </a:solidFill>
              </a:defRPr>
            </a:lvl1pPr>
          </a:lstStyle>
          <a:p>
            <a:fld id="{836B39AA-EFE2-F246-9AEF-90AD81E90120}" type="slidenum">
              <a:rPr lang="en-US" smtClean="0"/>
              <a:pPr/>
              <a:t>‹#›</a:t>
            </a:fld>
            <a:endParaRPr lang="en-US" dirty="0"/>
          </a:p>
        </p:txBody>
      </p:sp>
    </p:spTree>
    <p:extLst>
      <p:ext uri="{BB962C8B-B14F-4D97-AF65-F5344CB8AC3E}">
        <p14:creationId xmlns:p14="http://schemas.microsoft.com/office/powerpoint/2010/main" val="2435911040"/>
      </p:ext>
    </p:extLst>
  </p:cSld>
  <p:clrMapOvr>
    <a:masterClrMapping/>
  </p:clrMapOvr>
  <p:extLst>
    <p:ext uri="{DCECCB84-F9BA-43D5-87BE-67443E8EF086}">
      <p15:sldGuideLst xmlns:p15="http://schemas.microsoft.com/office/powerpoint/2012/main">
        <p15:guide id="5" pos="3688" userDrawn="1">
          <p15:clr>
            <a:srgbClr val="C35EA4"/>
          </p15:clr>
        </p15:guide>
        <p15:guide id="7" pos="3988" userDrawn="1">
          <p15:clr>
            <a:srgbClr val="C35EA4"/>
          </p15:clr>
        </p15:guide>
        <p15:guide id="8" orient="horz" pos="1046" userDrawn="1">
          <p15:clr>
            <a:srgbClr val="5ACBF0"/>
          </p15:clr>
        </p15:guide>
        <p15:guide id="9" orient="horz" pos="1790" userDrawn="1">
          <p15:clr>
            <a:srgbClr val="5ACBF0"/>
          </p15:clr>
        </p15:guide>
        <p15:guide id="10" orient="horz" pos="2528" userDrawn="1">
          <p15:clr>
            <a:srgbClr val="5ACBF0"/>
          </p15:clr>
        </p15:guide>
        <p15:guide id="11" orient="horz" pos="3274" userDrawn="1">
          <p15:clr>
            <a:srgbClr val="5ACBF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ext and Photo 2 - White Logo">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F8E94517-991E-90A3-337D-FC0405B2D025}"/>
              </a:ext>
              <a:ext uri="{C183D7F6-B498-43B3-948B-1728B52AA6E4}">
                <adec:decorative xmlns:adec="http://schemas.microsoft.com/office/drawing/2017/decorative" val="1"/>
              </a:ext>
            </a:extLst>
          </p:cNvPr>
          <p:cNvSpPr/>
          <p:nvPr userDrawn="1"/>
        </p:nvSpPr>
        <p:spPr bwMode="gray">
          <a:xfrm>
            <a:off x="9937429" y="6372225"/>
            <a:ext cx="2254571" cy="485775"/>
          </a:xfrm>
          <a:prstGeom prst="rect">
            <a:avLst/>
          </a:prstGeom>
          <a:solidFill>
            <a:schemeClr val="bg1"/>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8760F2D4-1022-F84E-BEC7-2ED0381CBEF3}"/>
              </a:ext>
            </a:extLst>
          </p:cNvPr>
          <p:cNvSpPr>
            <a:spLocks noGrp="1"/>
          </p:cNvSpPr>
          <p:nvPr>
            <p:ph type="title" hasCustomPrompt="1"/>
          </p:nvPr>
        </p:nvSpPr>
        <p:spPr>
          <a:xfrm>
            <a:off x="484630" y="484632"/>
            <a:ext cx="5367528" cy="886968"/>
          </a:xfrm>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5367528" cy="4709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3">
            <a:extLst>
              <a:ext uri="{FF2B5EF4-FFF2-40B4-BE49-F238E27FC236}">
                <a16:creationId xmlns:a16="http://schemas.microsoft.com/office/drawing/2014/main" id="{32EA0FA2-625D-EB4B-9B1B-101F639BEA49}"/>
              </a:ext>
              <a:ext uri="{C183D7F6-B498-43B3-948B-1728B52AA6E4}">
                <adec:decorative xmlns:adec="http://schemas.microsoft.com/office/drawing/2017/decorative" val="1"/>
              </a:ext>
            </a:extLst>
          </p:cNvPr>
          <p:cNvSpPr>
            <a:spLocks noGrp="1"/>
          </p:cNvSpPr>
          <p:nvPr>
            <p:ph type="pic" sz="quarter" idx="11"/>
          </p:nvPr>
        </p:nvSpPr>
        <p:spPr bwMode="gray">
          <a:xfrm>
            <a:off x="6336790" y="0"/>
            <a:ext cx="5855210" cy="6858000"/>
          </a:xfrm>
          <a:solidFill>
            <a:srgbClr val="4D4D4D"/>
          </a:solidFill>
        </p:spPr>
        <p:txBody>
          <a:bodyPr anchor="ctr" anchorCtr="0">
            <a:normAutofit/>
          </a:bodyPr>
          <a:lstStyle>
            <a:lvl1pPr marL="0" indent="0" algn="ctr">
              <a:spcBef>
                <a:spcPts val="0"/>
              </a:spcBef>
              <a:buFontTx/>
              <a:buNone/>
              <a:defRPr sz="1000" cap="none" baseline="0">
                <a:solidFill>
                  <a:schemeClr val="bg1"/>
                </a:solidFill>
              </a:defRPr>
            </a:lvl1pPr>
          </a:lstStyle>
          <a:p>
            <a:r>
              <a:rPr lang="en-US"/>
              <a:t>Click icon to add picture</a:t>
            </a:r>
            <a:endParaRPr lang="en-US" dirty="0"/>
          </a:p>
        </p:txBody>
      </p:sp>
      <p:sp>
        <p:nvSpPr>
          <p:cNvPr id="4" name="Slide Number Placeholder 4">
            <a:extLst>
              <a:ext uri="{FF2B5EF4-FFF2-40B4-BE49-F238E27FC236}">
                <a16:creationId xmlns:a16="http://schemas.microsoft.com/office/drawing/2014/main" id="{AED62E86-583F-5B1D-5C1F-0A903CC8E236}"/>
              </a:ext>
            </a:extLst>
          </p:cNvPr>
          <p:cNvSpPr>
            <a:spLocks noGrp="1" noChangeAspect="1"/>
          </p:cNvSpPr>
          <p:nvPr>
            <p:ph type="sldNum" sz="quarter" idx="4"/>
          </p:nvPr>
        </p:nvSpPr>
        <p:spPr>
          <a:xfrm>
            <a:off x="10424158" y="6478523"/>
            <a:ext cx="1280160" cy="274319"/>
          </a:xfrm>
          <a:prstGeom prst="rect">
            <a:avLst/>
          </a:prstGeom>
          <a:blipFill>
            <a:blip r:embed="rId2"/>
            <a:stretch>
              <a:fillRect/>
            </a:stretch>
          </a:blipFill>
        </p:spPr>
        <p:txBody>
          <a:bodyPr vert="horz" lIns="0" tIns="0" rIns="0" bIns="45720" rtlCol="0" anchor="b" anchorCtr="0"/>
          <a:lstStyle>
            <a:lvl1pPr algn="r">
              <a:defRPr sz="1000">
                <a:solidFill>
                  <a:schemeClr val="bg1"/>
                </a:solidFill>
              </a:defRPr>
            </a:lvl1pPr>
          </a:lstStyle>
          <a:p>
            <a:fld id="{836B39AA-EFE2-F246-9AEF-90AD81E90120}" type="slidenum">
              <a:rPr lang="en-US" smtClean="0"/>
              <a:pPr/>
              <a:t>‹#›</a:t>
            </a:fld>
            <a:endParaRPr lang="en-US" dirty="0"/>
          </a:p>
        </p:txBody>
      </p:sp>
    </p:spTree>
    <p:extLst>
      <p:ext uri="{BB962C8B-B14F-4D97-AF65-F5344CB8AC3E}">
        <p14:creationId xmlns:p14="http://schemas.microsoft.com/office/powerpoint/2010/main" val="1869579156"/>
      </p:ext>
    </p:extLst>
  </p:cSld>
  <p:clrMapOvr>
    <a:masterClrMapping/>
  </p:clrMapOvr>
  <p:extLst>
    <p:ext uri="{DCECCB84-F9BA-43D5-87BE-67443E8EF086}">
      <p15:sldGuideLst xmlns:p15="http://schemas.microsoft.com/office/powerpoint/2012/main">
        <p15:guide id="5" pos="3688" userDrawn="1">
          <p15:clr>
            <a:srgbClr val="C35EA4"/>
          </p15:clr>
        </p15:guide>
        <p15:guide id="7" pos="3988" userDrawn="1">
          <p15:clr>
            <a:srgbClr val="C35EA4"/>
          </p15:clr>
        </p15:guide>
        <p15:guide id="8" orient="horz" pos="1046" userDrawn="1">
          <p15:clr>
            <a:srgbClr val="5ACBF0"/>
          </p15:clr>
        </p15:guide>
        <p15:guide id="9" orient="horz" pos="1790" userDrawn="1">
          <p15:clr>
            <a:srgbClr val="5ACBF0"/>
          </p15:clr>
        </p15:guide>
        <p15:guide id="10" orient="horz" pos="2528" userDrawn="1">
          <p15:clr>
            <a:srgbClr val="5ACBF0"/>
          </p15:clr>
        </p15:guide>
        <p15:guide id="11" orient="horz" pos="3274" userDrawn="1">
          <p15:clr>
            <a:srgbClr val="5ACBF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ext and Photo 3">
    <p:spTree>
      <p:nvGrpSpPr>
        <p:cNvPr id="1" name=""/>
        <p:cNvGrpSpPr/>
        <p:nvPr/>
      </p:nvGrpSpPr>
      <p:grpSpPr>
        <a:xfrm>
          <a:off x="0" y="0"/>
          <a:ext cx="0" cy="0"/>
          <a:chOff x="0" y="0"/>
          <a:chExt cx="0" cy="0"/>
        </a:xfrm>
      </p:grpSpPr>
      <p:sp>
        <p:nvSpPr>
          <p:cNvPr id="4" name="Rectangle">
            <a:extLst>
              <a:ext uri="{FF2B5EF4-FFF2-40B4-BE49-F238E27FC236}">
                <a16:creationId xmlns:a16="http://schemas.microsoft.com/office/drawing/2014/main" id="{842ADCD7-5E21-10AE-F0EE-1DD4E95AC11D}"/>
              </a:ext>
              <a:ext uri="{C183D7F6-B498-43B3-948B-1728B52AA6E4}">
                <adec:decorative xmlns:adec="http://schemas.microsoft.com/office/drawing/2017/decorative" val="1"/>
              </a:ext>
            </a:extLst>
          </p:cNvPr>
          <p:cNvSpPr/>
          <p:nvPr userDrawn="1"/>
        </p:nvSpPr>
        <p:spPr bwMode="gray">
          <a:xfrm>
            <a:off x="9937429" y="6372225"/>
            <a:ext cx="2254571" cy="485775"/>
          </a:xfrm>
          <a:prstGeom prst="rect">
            <a:avLst/>
          </a:prstGeom>
          <a:solidFill>
            <a:schemeClr val="bg1"/>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ACCE61FE-0FEC-2746-A54B-B9D305109F48}"/>
              </a:ext>
            </a:extLst>
          </p:cNvPr>
          <p:cNvSpPr>
            <a:spLocks noGrp="1"/>
          </p:cNvSpPr>
          <p:nvPr>
            <p:ph type="title" hasCustomPrompt="1"/>
          </p:nvPr>
        </p:nvSpPr>
        <p:spPr>
          <a:xfrm>
            <a:off x="484630" y="484632"/>
            <a:ext cx="3411095" cy="886968"/>
          </a:xfrm>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3410712" cy="4709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3">
            <a:extLst>
              <a:ext uri="{FF2B5EF4-FFF2-40B4-BE49-F238E27FC236}">
                <a16:creationId xmlns:a16="http://schemas.microsoft.com/office/drawing/2014/main" id="{32EA0FA2-625D-EB4B-9B1B-101F639BEA49}"/>
              </a:ext>
              <a:ext uri="{C183D7F6-B498-43B3-948B-1728B52AA6E4}">
                <adec:decorative xmlns:adec="http://schemas.microsoft.com/office/drawing/2017/decorative" val="1"/>
              </a:ext>
            </a:extLst>
          </p:cNvPr>
          <p:cNvSpPr>
            <a:spLocks noGrp="1"/>
          </p:cNvSpPr>
          <p:nvPr>
            <p:ph type="pic" sz="quarter" idx="11"/>
          </p:nvPr>
        </p:nvSpPr>
        <p:spPr bwMode="gray">
          <a:xfrm>
            <a:off x="4389118" y="0"/>
            <a:ext cx="7802882" cy="6858000"/>
          </a:xfrm>
          <a:solidFill>
            <a:srgbClr val="BFBFBF"/>
          </a:solidFill>
        </p:spPr>
        <p:txBody>
          <a:bodyPr anchor="ctr" anchorCtr="0">
            <a:normAutofit/>
          </a:bodyPr>
          <a:lstStyle>
            <a:lvl1pPr marL="0" indent="0" algn="ctr">
              <a:spcBef>
                <a:spcPts val="0"/>
              </a:spcBef>
              <a:buFontTx/>
              <a:buNone/>
              <a:defRPr sz="1000" cap="none" baseline="0"/>
            </a:lvl1pPr>
          </a:lstStyle>
          <a:p>
            <a:r>
              <a:rPr lang="en-US"/>
              <a:t>Click icon to add picture</a:t>
            </a:r>
            <a:endParaRPr lang="en-US" dirty="0"/>
          </a:p>
        </p:txBody>
      </p:sp>
      <p:sp>
        <p:nvSpPr>
          <p:cNvPr id="5" name="Slide Number Placeholder 4">
            <a:extLst>
              <a:ext uri="{FF2B5EF4-FFF2-40B4-BE49-F238E27FC236}">
                <a16:creationId xmlns:a16="http://schemas.microsoft.com/office/drawing/2014/main" id="{91B75714-6535-FC6B-D032-D7C36B74E7E4}"/>
              </a:ext>
            </a:extLst>
          </p:cNvPr>
          <p:cNvSpPr>
            <a:spLocks noGrp="1" noChangeAspect="1"/>
          </p:cNvSpPr>
          <p:nvPr>
            <p:ph type="sldNum" sz="quarter" idx="4"/>
          </p:nvPr>
        </p:nvSpPr>
        <p:spPr>
          <a:xfrm>
            <a:off x="10424158" y="6478523"/>
            <a:ext cx="1280160" cy="274319"/>
          </a:xfrm>
          <a:prstGeom prst="rect">
            <a:avLst/>
          </a:prstGeom>
          <a:blipFill>
            <a:blip r:embed="rId2"/>
            <a:stretch>
              <a:fillRect/>
            </a:stretch>
          </a:blipFill>
        </p:spPr>
        <p:txBody>
          <a:bodyPr vert="horz" lIns="0" tIns="0" rIns="0" bIns="45720" rtlCol="0" anchor="b" anchorCtr="0"/>
          <a:lstStyle>
            <a:lvl1pPr algn="r">
              <a:defRPr sz="1000">
                <a:solidFill>
                  <a:srgbClr val="000000"/>
                </a:solidFill>
              </a:defRPr>
            </a:lvl1pPr>
          </a:lstStyle>
          <a:p>
            <a:fld id="{836B39AA-EFE2-F246-9AEF-90AD81E90120}" type="slidenum">
              <a:rPr lang="en-US" smtClean="0"/>
              <a:pPr/>
              <a:t>‹#›</a:t>
            </a:fld>
            <a:endParaRPr lang="en-US" dirty="0"/>
          </a:p>
        </p:txBody>
      </p:sp>
    </p:spTree>
    <p:extLst>
      <p:ext uri="{BB962C8B-B14F-4D97-AF65-F5344CB8AC3E}">
        <p14:creationId xmlns:p14="http://schemas.microsoft.com/office/powerpoint/2010/main" val="1048051692"/>
      </p:ext>
    </p:extLst>
  </p:cSld>
  <p:clrMapOvr>
    <a:masterClrMapping/>
  </p:clrMapOvr>
  <p:extLst>
    <p:ext uri="{DCECCB84-F9BA-43D5-87BE-67443E8EF086}">
      <p15:sldGuideLst xmlns:p15="http://schemas.microsoft.com/office/powerpoint/2012/main">
        <p15:guide id="5" pos="2454" userDrawn="1">
          <p15:clr>
            <a:srgbClr val="C35EA4"/>
          </p15:clr>
        </p15:guide>
        <p15:guide id="7" pos="2764" userDrawn="1">
          <p15:clr>
            <a:srgbClr val="C35EA4"/>
          </p15:clr>
        </p15:guide>
        <p15:guide id="8" orient="horz" pos="1046" userDrawn="1">
          <p15:clr>
            <a:srgbClr val="5ACBF0"/>
          </p15:clr>
        </p15:guide>
        <p15:guide id="9" orient="horz" pos="1790" userDrawn="1">
          <p15:clr>
            <a:srgbClr val="5ACBF0"/>
          </p15:clr>
        </p15:guide>
        <p15:guide id="10" orient="horz" pos="2528" userDrawn="1">
          <p15:clr>
            <a:srgbClr val="5ACBF0"/>
          </p15:clr>
        </p15:guide>
        <p15:guide id="11" orient="horz" pos="3274" userDrawn="1">
          <p15:clr>
            <a:srgbClr val="5ACBF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ext and Photo 3 - White Logo">
    <p:spTree>
      <p:nvGrpSpPr>
        <p:cNvPr id="1" name=""/>
        <p:cNvGrpSpPr/>
        <p:nvPr/>
      </p:nvGrpSpPr>
      <p:grpSpPr>
        <a:xfrm>
          <a:off x="0" y="0"/>
          <a:ext cx="0" cy="0"/>
          <a:chOff x="0" y="0"/>
          <a:chExt cx="0" cy="0"/>
        </a:xfrm>
      </p:grpSpPr>
      <p:sp>
        <p:nvSpPr>
          <p:cNvPr id="4" name="Rectangle">
            <a:extLst>
              <a:ext uri="{FF2B5EF4-FFF2-40B4-BE49-F238E27FC236}">
                <a16:creationId xmlns:a16="http://schemas.microsoft.com/office/drawing/2014/main" id="{FFA0DD6E-2A72-F958-97BE-5B15257FEB5E}"/>
              </a:ext>
              <a:ext uri="{C183D7F6-B498-43B3-948B-1728B52AA6E4}">
                <adec:decorative xmlns:adec="http://schemas.microsoft.com/office/drawing/2017/decorative" val="1"/>
              </a:ext>
            </a:extLst>
          </p:cNvPr>
          <p:cNvSpPr/>
          <p:nvPr userDrawn="1"/>
        </p:nvSpPr>
        <p:spPr bwMode="gray">
          <a:xfrm>
            <a:off x="9937429" y="6372225"/>
            <a:ext cx="2254571" cy="485775"/>
          </a:xfrm>
          <a:prstGeom prst="rect">
            <a:avLst/>
          </a:prstGeom>
          <a:solidFill>
            <a:schemeClr val="bg1"/>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ACCE61FE-0FEC-2746-A54B-B9D305109F48}"/>
              </a:ext>
            </a:extLst>
          </p:cNvPr>
          <p:cNvSpPr>
            <a:spLocks noGrp="1"/>
          </p:cNvSpPr>
          <p:nvPr>
            <p:ph type="title" hasCustomPrompt="1"/>
          </p:nvPr>
        </p:nvSpPr>
        <p:spPr>
          <a:xfrm>
            <a:off x="484630" y="484632"/>
            <a:ext cx="3411095" cy="886968"/>
          </a:xfrm>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3410712" cy="4709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3">
            <a:extLst>
              <a:ext uri="{FF2B5EF4-FFF2-40B4-BE49-F238E27FC236}">
                <a16:creationId xmlns:a16="http://schemas.microsoft.com/office/drawing/2014/main" id="{32EA0FA2-625D-EB4B-9B1B-101F639BEA49}"/>
              </a:ext>
              <a:ext uri="{C183D7F6-B498-43B3-948B-1728B52AA6E4}">
                <adec:decorative xmlns:adec="http://schemas.microsoft.com/office/drawing/2017/decorative" val="1"/>
              </a:ext>
            </a:extLst>
          </p:cNvPr>
          <p:cNvSpPr>
            <a:spLocks noGrp="1"/>
          </p:cNvSpPr>
          <p:nvPr>
            <p:ph type="pic" sz="quarter" idx="11"/>
          </p:nvPr>
        </p:nvSpPr>
        <p:spPr bwMode="gray">
          <a:xfrm>
            <a:off x="4389118" y="0"/>
            <a:ext cx="7802882" cy="6858000"/>
          </a:xfrm>
          <a:solidFill>
            <a:srgbClr val="4D4D4D"/>
          </a:solidFill>
        </p:spPr>
        <p:txBody>
          <a:bodyPr anchor="ctr" anchorCtr="0">
            <a:normAutofit/>
          </a:bodyPr>
          <a:lstStyle>
            <a:lvl1pPr marL="0" indent="0" algn="ctr">
              <a:spcBef>
                <a:spcPts val="0"/>
              </a:spcBef>
              <a:buFontTx/>
              <a:buNone/>
              <a:defRPr sz="1000" cap="none" baseline="0">
                <a:solidFill>
                  <a:schemeClr val="bg1"/>
                </a:solidFill>
              </a:defRPr>
            </a:lvl1pPr>
          </a:lstStyle>
          <a:p>
            <a:r>
              <a:rPr lang="en-US"/>
              <a:t>Click icon to add picture</a:t>
            </a:r>
            <a:endParaRPr lang="en-US" dirty="0"/>
          </a:p>
        </p:txBody>
      </p:sp>
      <p:sp>
        <p:nvSpPr>
          <p:cNvPr id="5" name="Slide Number Placeholder 4">
            <a:extLst>
              <a:ext uri="{FF2B5EF4-FFF2-40B4-BE49-F238E27FC236}">
                <a16:creationId xmlns:a16="http://schemas.microsoft.com/office/drawing/2014/main" id="{18D2FD1E-9F5C-1B68-069E-C7DBD5E2A1E2}"/>
              </a:ext>
            </a:extLst>
          </p:cNvPr>
          <p:cNvSpPr>
            <a:spLocks noGrp="1" noChangeAspect="1"/>
          </p:cNvSpPr>
          <p:nvPr>
            <p:ph type="sldNum" sz="quarter" idx="4"/>
          </p:nvPr>
        </p:nvSpPr>
        <p:spPr>
          <a:xfrm>
            <a:off x="10424158" y="6478523"/>
            <a:ext cx="1280160" cy="274319"/>
          </a:xfrm>
          <a:prstGeom prst="rect">
            <a:avLst/>
          </a:prstGeom>
          <a:blipFill>
            <a:blip r:embed="rId2"/>
            <a:stretch>
              <a:fillRect/>
            </a:stretch>
          </a:blipFill>
        </p:spPr>
        <p:txBody>
          <a:bodyPr vert="horz" lIns="0" tIns="0" rIns="0" bIns="45720" rtlCol="0" anchor="b" anchorCtr="0"/>
          <a:lstStyle>
            <a:lvl1pPr algn="r">
              <a:defRPr sz="1000">
                <a:solidFill>
                  <a:schemeClr val="bg1"/>
                </a:solidFill>
              </a:defRPr>
            </a:lvl1pPr>
          </a:lstStyle>
          <a:p>
            <a:fld id="{836B39AA-EFE2-F246-9AEF-90AD81E90120}" type="slidenum">
              <a:rPr lang="en-US" smtClean="0"/>
              <a:pPr/>
              <a:t>‹#›</a:t>
            </a:fld>
            <a:endParaRPr lang="en-US" dirty="0"/>
          </a:p>
        </p:txBody>
      </p:sp>
    </p:spTree>
    <p:extLst>
      <p:ext uri="{BB962C8B-B14F-4D97-AF65-F5344CB8AC3E}">
        <p14:creationId xmlns:p14="http://schemas.microsoft.com/office/powerpoint/2010/main" val="1233255733"/>
      </p:ext>
    </p:extLst>
  </p:cSld>
  <p:clrMapOvr>
    <a:masterClrMapping/>
  </p:clrMapOvr>
  <p:extLst>
    <p:ext uri="{DCECCB84-F9BA-43D5-87BE-67443E8EF086}">
      <p15:sldGuideLst xmlns:p15="http://schemas.microsoft.com/office/powerpoint/2012/main">
        <p15:guide id="5" pos="2454" userDrawn="1">
          <p15:clr>
            <a:srgbClr val="C35EA4"/>
          </p15:clr>
        </p15:guide>
        <p15:guide id="7" pos="2764" userDrawn="1">
          <p15:clr>
            <a:srgbClr val="C35EA4"/>
          </p15:clr>
        </p15:guide>
        <p15:guide id="8" orient="horz" pos="1046" userDrawn="1">
          <p15:clr>
            <a:srgbClr val="5ACBF0"/>
          </p15:clr>
        </p15:guide>
        <p15:guide id="9" orient="horz" pos="1790" userDrawn="1">
          <p15:clr>
            <a:srgbClr val="5ACBF0"/>
          </p15:clr>
        </p15:guide>
        <p15:guide id="10" orient="horz" pos="2528" userDrawn="1">
          <p15:clr>
            <a:srgbClr val="5ACBF0"/>
          </p15:clr>
        </p15:guide>
        <p15:guide id="11" orient="horz" pos="3274" userDrawn="1">
          <p15:clr>
            <a:srgbClr val="5ACBF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ext and Three Photo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807BEDD-FEC5-B14D-9AD2-0694B5CAAB23}"/>
              </a:ext>
            </a:extLst>
          </p:cNvPr>
          <p:cNvSpPr>
            <a:spLocks noGrp="1"/>
          </p:cNvSpPr>
          <p:nvPr>
            <p:ph type="title" hasCustomPrompt="1"/>
          </p:nvPr>
        </p:nvSpPr>
        <p:spPr/>
        <p:txBody>
          <a:bodyPr/>
          <a:lstStyle/>
          <a:p>
            <a:r>
              <a:rPr lang="en-US" dirty="0"/>
              <a:t>[Slide title]</a:t>
            </a:r>
          </a:p>
        </p:txBody>
      </p:sp>
      <p:sp>
        <p:nvSpPr>
          <p:cNvPr id="5" name="Picture Placeholder 2">
            <a:extLst>
              <a:ext uri="{FF2B5EF4-FFF2-40B4-BE49-F238E27FC236}">
                <a16:creationId xmlns:a16="http://schemas.microsoft.com/office/drawing/2014/main" id="{C7F0E676-3481-6E4A-891A-6557B314C4C4}"/>
              </a:ext>
            </a:extLst>
          </p:cNvPr>
          <p:cNvSpPr>
            <a:spLocks noGrp="1"/>
          </p:cNvSpPr>
          <p:nvPr>
            <p:ph type="pic" sz="quarter" idx="10"/>
          </p:nvPr>
        </p:nvSpPr>
        <p:spPr>
          <a:xfrm>
            <a:off x="484630" y="1664206"/>
            <a:ext cx="3410712" cy="2057400"/>
          </a:xfrm>
          <a:solidFill>
            <a:srgbClr val="BFBFBF"/>
          </a:solidFill>
        </p:spPr>
        <p:txBody>
          <a:bodyPr anchor="ctr" anchorCtr="0">
            <a:normAutofit/>
          </a:bodyPr>
          <a:lstStyle>
            <a:lvl1pPr marL="0" indent="0" algn="ctr">
              <a:spcBef>
                <a:spcPts val="0"/>
              </a:spcBef>
              <a:buFontTx/>
              <a:buNone/>
              <a:defRPr sz="1000"/>
            </a:lvl1pPr>
          </a:lstStyle>
          <a:p>
            <a:r>
              <a:rPr lang="en-US"/>
              <a:t>Click icon to add picture</a:t>
            </a:r>
            <a:endParaRPr lang="en-US" dirty="0"/>
          </a:p>
        </p:txBody>
      </p:sp>
      <p:sp>
        <p:nvSpPr>
          <p:cNvPr id="7" name="Content Placeholder 3">
            <a:extLst>
              <a:ext uri="{FF2B5EF4-FFF2-40B4-BE49-F238E27FC236}">
                <a16:creationId xmlns:a16="http://schemas.microsoft.com/office/drawing/2014/main" id="{843D9716-4D0C-4544-82A3-C6920ADF7255}"/>
              </a:ext>
            </a:extLst>
          </p:cNvPr>
          <p:cNvSpPr>
            <a:spLocks noGrp="1"/>
          </p:cNvSpPr>
          <p:nvPr>
            <p:ph sz="quarter" idx="11"/>
          </p:nvPr>
        </p:nvSpPr>
        <p:spPr>
          <a:xfrm>
            <a:off x="484630" y="4017875"/>
            <a:ext cx="3410712" cy="23543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4">
            <a:extLst>
              <a:ext uri="{FF2B5EF4-FFF2-40B4-BE49-F238E27FC236}">
                <a16:creationId xmlns:a16="http://schemas.microsoft.com/office/drawing/2014/main" id="{539B1119-DC97-6440-B2AD-634248A2E751}"/>
              </a:ext>
            </a:extLst>
          </p:cNvPr>
          <p:cNvSpPr>
            <a:spLocks noGrp="1"/>
          </p:cNvSpPr>
          <p:nvPr>
            <p:ph type="pic" sz="quarter" idx="12"/>
          </p:nvPr>
        </p:nvSpPr>
        <p:spPr>
          <a:xfrm>
            <a:off x="4389118" y="1664206"/>
            <a:ext cx="3410712" cy="2057400"/>
          </a:xfrm>
          <a:solidFill>
            <a:srgbClr val="BFBFBF"/>
          </a:solidFill>
        </p:spPr>
        <p:txBody>
          <a:bodyPr anchor="ctr" anchorCtr="0">
            <a:normAutofit/>
          </a:bodyPr>
          <a:lstStyle>
            <a:lvl1pPr marL="0" indent="0" algn="ctr">
              <a:spcBef>
                <a:spcPts val="0"/>
              </a:spcBef>
              <a:buFontTx/>
              <a:buNone/>
              <a:defRPr sz="1000"/>
            </a:lvl1pPr>
          </a:lstStyle>
          <a:p>
            <a:r>
              <a:rPr lang="en-US"/>
              <a:t>Click icon to add picture</a:t>
            </a:r>
            <a:endParaRPr lang="en-US" dirty="0"/>
          </a:p>
        </p:txBody>
      </p:sp>
      <p:sp>
        <p:nvSpPr>
          <p:cNvPr id="13" name="Content Placeholder 5">
            <a:extLst>
              <a:ext uri="{FF2B5EF4-FFF2-40B4-BE49-F238E27FC236}">
                <a16:creationId xmlns:a16="http://schemas.microsoft.com/office/drawing/2014/main" id="{B3928CDD-06EF-B84A-A301-BFAF46E60BEC}"/>
              </a:ext>
            </a:extLst>
          </p:cNvPr>
          <p:cNvSpPr>
            <a:spLocks noGrp="1"/>
          </p:cNvSpPr>
          <p:nvPr>
            <p:ph sz="quarter" idx="13"/>
          </p:nvPr>
        </p:nvSpPr>
        <p:spPr>
          <a:xfrm>
            <a:off x="4389118" y="4017875"/>
            <a:ext cx="3410712" cy="23543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Picture Placeholder 6">
            <a:extLst>
              <a:ext uri="{FF2B5EF4-FFF2-40B4-BE49-F238E27FC236}">
                <a16:creationId xmlns:a16="http://schemas.microsoft.com/office/drawing/2014/main" id="{C932B8B0-B55F-D842-A6C0-39B4BB9798F7}"/>
              </a:ext>
            </a:extLst>
          </p:cNvPr>
          <p:cNvSpPr>
            <a:spLocks noGrp="1"/>
          </p:cNvSpPr>
          <p:nvPr>
            <p:ph type="pic" sz="quarter" idx="14"/>
          </p:nvPr>
        </p:nvSpPr>
        <p:spPr>
          <a:xfrm>
            <a:off x="8293606" y="1664206"/>
            <a:ext cx="3410712" cy="2057400"/>
          </a:xfrm>
          <a:solidFill>
            <a:srgbClr val="BFBFBF"/>
          </a:solidFill>
        </p:spPr>
        <p:txBody>
          <a:bodyPr anchor="ctr" anchorCtr="0">
            <a:normAutofit/>
          </a:bodyPr>
          <a:lstStyle>
            <a:lvl1pPr marL="0" indent="0" algn="ctr">
              <a:spcBef>
                <a:spcPts val="0"/>
              </a:spcBef>
              <a:buFontTx/>
              <a:buNone/>
              <a:defRPr sz="1000"/>
            </a:lvl1pPr>
          </a:lstStyle>
          <a:p>
            <a:r>
              <a:rPr lang="en-US"/>
              <a:t>Click icon to add picture</a:t>
            </a:r>
            <a:endParaRPr lang="en-US" dirty="0"/>
          </a:p>
        </p:txBody>
      </p:sp>
      <p:sp>
        <p:nvSpPr>
          <p:cNvPr id="17" name="Content Placeholder 7">
            <a:extLst>
              <a:ext uri="{FF2B5EF4-FFF2-40B4-BE49-F238E27FC236}">
                <a16:creationId xmlns:a16="http://schemas.microsoft.com/office/drawing/2014/main" id="{59708AC6-8387-2D46-860C-F1B497D62571}"/>
              </a:ext>
            </a:extLst>
          </p:cNvPr>
          <p:cNvSpPr>
            <a:spLocks noGrp="1"/>
          </p:cNvSpPr>
          <p:nvPr>
            <p:ph sz="quarter" idx="15"/>
          </p:nvPr>
        </p:nvSpPr>
        <p:spPr>
          <a:xfrm>
            <a:off x="8293606" y="4017875"/>
            <a:ext cx="3410712" cy="23543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 Placeholder 6">
            <a:extLst>
              <a:ext uri="{FF2B5EF4-FFF2-40B4-BE49-F238E27FC236}">
                <a16:creationId xmlns:a16="http://schemas.microsoft.com/office/drawing/2014/main" id="{7DDD333C-5605-149D-8F92-EC10DC7A6F89}"/>
              </a:ext>
            </a:extLst>
          </p:cNvPr>
          <p:cNvSpPr>
            <a:spLocks noGrp="1"/>
          </p:cNvSpPr>
          <p:nvPr>
            <p:ph type="body" sz="quarter" idx="16"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Tree>
    <p:extLst>
      <p:ext uri="{BB962C8B-B14F-4D97-AF65-F5344CB8AC3E}">
        <p14:creationId xmlns:p14="http://schemas.microsoft.com/office/powerpoint/2010/main" val="2595290207"/>
      </p:ext>
    </p:extLst>
  </p:cSld>
  <p:clrMapOvr>
    <a:masterClrMapping/>
  </p:clrMapOvr>
  <p:extLst>
    <p:ext uri="{DCECCB84-F9BA-43D5-87BE-67443E8EF086}">
      <p15:sldGuideLst xmlns:p15="http://schemas.microsoft.com/office/powerpoint/2012/main">
        <p15:guide id="4" pos="2454" userDrawn="1">
          <p15:clr>
            <a:srgbClr val="C35EA4"/>
          </p15:clr>
        </p15:guide>
        <p15:guide id="5" pos="2762" userDrawn="1">
          <p15:clr>
            <a:srgbClr val="C35EA4"/>
          </p15:clr>
        </p15:guide>
        <p15:guide id="6" pos="4912" userDrawn="1">
          <p15:clr>
            <a:srgbClr val="C35EA4"/>
          </p15:clr>
        </p15:guide>
        <p15:guide id="7" pos="5222" userDrawn="1">
          <p15:clr>
            <a:srgbClr val="C35EA4"/>
          </p15:clr>
        </p15:guide>
        <p15:guide id="8" orient="horz" pos="1046" userDrawn="1">
          <p15:clr>
            <a:srgbClr val="5ACBF0"/>
          </p15:clr>
        </p15:guide>
        <p15:guide id="10" orient="horz" pos="2528" userDrawn="1">
          <p15:clr>
            <a:srgbClr val="5ACBF0"/>
          </p15:clr>
        </p15:guide>
        <p15:guide id="11" orient="horz" pos="2346" userDrawn="1">
          <p15:clr>
            <a:srgbClr val="5ACBF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ext and Four Photos">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8D2029B6-C7BC-4F4D-88B3-8F8DBFC24D0D}"/>
              </a:ext>
            </a:extLst>
          </p:cNvPr>
          <p:cNvSpPr>
            <a:spLocks noGrp="1"/>
          </p:cNvSpPr>
          <p:nvPr>
            <p:ph type="title" hasCustomPrompt="1"/>
          </p:nvPr>
        </p:nvSpPr>
        <p:spPr/>
        <p:txBody>
          <a:bodyPr/>
          <a:lstStyle/>
          <a:p>
            <a:r>
              <a:rPr lang="en-US" dirty="0"/>
              <a:t>[Slide title]</a:t>
            </a:r>
          </a:p>
        </p:txBody>
      </p:sp>
      <p:sp>
        <p:nvSpPr>
          <p:cNvPr id="7" name="Picture Placeholder 2">
            <a:extLst>
              <a:ext uri="{FF2B5EF4-FFF2-40B4-BE49-F238E27FC236}">
                <a16:creationId xmlns:a16="http://schemas.microsoft.com/office/drawing/2014/main" id="{EA08CE2E-64E0-F542-AC32-8BBB99D092DC}"/>
              </a:ext>
            </a:extLst>
          </p:cNvPr>
          <p:cNvSpPr>
            <a:spLocks noGrp="1"/>
          </p:cNvSpPr>
          <p:nvPr>
            <p:ph type="pic" sz="quarter" idx="10"/>
          </p:nvPr>
        </p:nvSpPr>
        <p:spPr>
          <a:xfrm>
            <a:off x="484630" y="1664207"/>
            <a:ext cx="2441448" cy="1472184"/>
          </a:xfrm>
          <a:solidFill>
            <a:srgbClr val="BFBFBF"/>
          </a:solidFill>
        </p:spPr>
        <p:txBody>
          <a:bodyPr anchor="ctr" anchorCtr="0">
            <a:normAutofit/>
          </a:bodyPr>
          <a:lstStyle>
            <a:lvl1pPr marL="0" indent="0" algn="ctr">
              <a:spcBef>
                <a:spcPts val="0"/>
              </a:spcBef>
              <a:buFontTx/>
              <a:buNone/>
              <a:defRPr sz="1000"/>
            </a:lvl1pPr>
          </a:lstStyle>
          <a:p>
            <a:r>
              <a:rPr lang="en-US"/>
              <a:t>Click icon to add picture</a:t>
            </a:r>
            <a:endParaRPr lang="en-US" dirty="0"/>
          </a:p>
        </p:txBody>
      </p:sp>
      <p:sp>
        <p:nvSpPr>
          <p:cNvPr id="3" name="Content Placeholder 3">
            <a:extLst>
              <a:ext uri="{FF2B5EF4-FFF2-40B4-BE49-F238E27FC236}">
                <a16:creationId xmlns:a16="http://schemas.microsoft.com/office/drawing/2014/main" id="{F2A87E07-D230-4A2B-90EB-BAFE34A4ADA3}"/>
              </a:ext>
            </a:extLst>
          </p:cNvPr>
          <p:cNvSpPr>
            <a:spLocks noGrp="1"/>
          </p:cNvSpPr>
          <p:nvPr>
            <p:ph sz="half" idx="1"/>
          </p:nvPr>
        </p:nvSpPr>
        <p:spPr>
          <a:xfrm>
            <a:off x="484630" y="3429000"/>
            <a:ext cx="2441448" cy="2579914"/>
          </a:xfrm>
        </p:spPr>
        <p:txBody>
          <a:bodyPr>
            <a:noAutofit/>
          </a:bodyPr>
          <a:lstStyle>
            <a:lvl1pPr marL="137160" indent="-137160">
              <a:spcBef>
                <a:spcPts val="900"/>
              </a:spcBef>
              <a:defRPr sz="1400"/>
            </a:lvl1pPr>
            <a:lvl2pPr marL="274320" indent="-137160">
              <a:spcBef>
                <a:spcPts val="300"/>
              </a:spcBef>
              <a:defRPr sz="1400"/>
            </a:lvl2pPr>
            <a:lvl3pPr marL="411480" indent="-137160">
              <a:spcBef>
                <a:spcPts val="0"/>
              </a:spcBef>
              <a:defRPr sz="1400"/>
            </a:lvl3pPr>
            <a:lvl4pPr marL="548640" indent="-137160">
              <a:spcBef>
                <a:spcPts val="0"/>
              </a:spcBef>
              <a:defRPr sz="1400"/>
            </a:lvl4pPr>
            <a:lvl5pPr marL="685800" indent="-137160">
              <a:spcBef>
                <a:spcPts val="0"/>
              </a:spcBef>
              <a:defRPr sz="1400"/>
            </a:lvl5pPr>
            <a:lvl6pPr marL="822960" indent="-137160">
              <a:spcBef>
                <a:spcPts val="0"/>
              </a:spcBef>
              <a:defRPr sz="1400"/>
            </a:lvl6pPr>
            <a:lvl7pPr marL="960120" indent="-137160">
              <a:spcBef>
                <a:spcPts val="0"/>
              </a:spcBef>
              <a:defRPr sz="1400"/>
            </a:lvl7pPr>
            <a:lvl8pPr marL="1097280" indent="-137160">
              <a:spcBef>
                <a:spcPts val="0"/>
              </a:spcBef>
              <a:defRPr sz="1400"/>
            </a:lvl8pPr>
            <a:lvl9pPr marL="1234440" indent="-137160">
              <a:spcBef>
                <a:spcPts val="0"/>
              </a:spcBef>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Picture Placeholder 4">
            <a:extLst>
              <a:ext uri="{FF2B5EF4-FFF2-40B4-BE49-F238E27FC236}">
                <a16:creationId xmlns:a16="http://schemas.microsoft.com/office/drawing/2014/main" id="{D6BCD29D-466C-EE40-8EED-8348616E3365}"/>
              </a:ext>
            </a:extLst>
          </p:cNvPr>
          <p:cNvSpPr>
            <a:spLocks noGrp="1"/>
          </p:cNvSpPr>
          <p:nvPr>
            <p:ph type="pic" sz="quarter" idx="13"/>
          </p:nvPr>
        </p:nvSpPr>
        <p:spPr>
          <a:xfrm>
            <a:off x="3410710" y="1664207"/>
            <a:ext cx="2441448" cy="1472184"/>
          </a:xfrm>
          <a:solidFill>
            <a:srgbClr val="BFBFBF"/>
          </a:solidFill>
        </p:spPr>
        <p:txBody>
          <a:bodyPr anchor="ctr" anchorCtr="0">
            <a:normAutofit/>
          </a:bodyPr>
          <a:lstStyle>
            <a:lvl1pPr marL="0" indent="0" algn="ctr">
              <a:spcBef>
                <a:spcPts val="0"/>
              </a:spcBef>
              <a:buFontTx/>
              <a:buNone/>
              <a:defRPr sz="1000"/>
            </a:lvl1pPr>
          </a:lstStyle>
          <a:p>
            <a:r>
              <a:rPr lang="en-US"/>
              <a:t>Click icon to add picture</a:t>
            </a:r>
            <a:endParaRPr lang="en-US" dirty="0"/>
          </a:p>
        </p:txBody>
      </p:sp>
      <p:sp>
        <p:nvSpPr>
          <p:cNvPr id="4" name="Content Placeholder 5">
            <a:extLst>
              <a:ext uri="{FF2B5EF4-FFF2-40B4-BE49-F238E27FC236}">
                <a16:creationId xmlns:a16="http://schemas.microsoft.com/office/drawing/2014/main" id="{CFF30D3B-DD55-43C0-9A96-3AC11E01121D}"/>
              </a:ext>
            </a:extLst>
          </p:cNvPr>
          <p:cNvSpPr>
            <a:spLocks noGrp="1"/>
          </p:cNvSpPr>
          <p:nvPr>
            <p:ph sz="half" idx="2"/>
          </p:nvPr>
        </p:nvSpPr>
        <p:spPr>
          <a:xfrm>
            <a:off x="3410710" y="3429000"/>
            <a:ext cx="2441448" cy="2579914"/>
          </a:xfrm>
        </p:spPr>
        <p:txBody>
          <a:bodyPr>
            <a:noAutofit/>
          </a:bodyPr>
          <a:lstStyle>
            <a:lvl1pPr marL="137160" indent="-137160">
              <a:spcBef>
                <a:spcPts val="900"/>
              </a:spcBef>
              <a:defRPr sz="1400"/>
            </a:lvl1pPr>
            <a:lvl2pPr marL="274320" indent="-137160">
              <a:spcBef>
                <a:spcPts val="300"/>
              </a:spcBef>
              <a:defRPr sz="1400"/>
            </a:lvl2pPr>
            <a:lvl3pPr marL="411480" indent="-137160">
              <a:spcBef>
                <a:spcPts val="0"/>
              </a:spcBef>
              <a:defRPr sz="1400"/>
            </a:lvl3pPr>
            <a:lvl4pPr marL="548640" indent="-137160">
              <a:spcBef>
                <a:spcPts val="0"/>
              </a:spcBef>
              <a:defRPr sz="1400"/>
            </a:lvl4pPr>
            <a:lvl5pPr marL="685800" indent="-137160">
              <a:spcBef>
                <a:spcPts val="0"/>
              </a:spcBef>
              <a:defRPr sz="1400"/>
            </a:lvl5pPr>
            <a:lvl6pPr marL="822960" indent="-137160">
              <a:spcBef>
                <a:spcPts val="0"/>
              </a:spcBef>
              <a:defRPr sz="1400"/>
            </a:lvl6pPr>
            <a:lvl7pPr marL="960120" indent="-137160">
              <a:spcBef>
                <a:spcPts val="0"/>
              </a:spcBef>
              <a:defRPr sz="1400"/>
            </a:lvl7pPr>
            <a:lvl8pPr marL="1097280" indent="-137160">
              <a:spcBef>
                <a:spcPts val="0"/>
              </a:spcBef>
              <a:defRPr sz="1400"/>
            </a:lvl8pPr>
            <a:lvl9pPr marL="1234440" indent="-137160">
              <a:spcBef>
                <a:spcPts val="0"/>
              </a:spcBef>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Picture Placeholder 6">
            <a:extLst>
              <a:ext uri="{FF2B5EF4-FFF2-40B4-BE49-F238E27FC236}">
                <a16:creationId xmlns:a16="http://schemas.microsoft.com/office/drawing/2014/main" id="{A4744E8C-2782-1D41-8388-9116FADF1D19}"/>
              </a:ext>
            </a:extLst>
          </p:cNvPr>
          <p:cNvSpPr>
            <a:spLocks noGrp="1"/>
          </p:cNvSpPr>
          <p:nvPr>
            <p:ph type="pic" sz="quarter" idx="14"/>
          </p:nvPr>
        </p:nvSpPr>
        <p:spPr>
          <a:xfrm>
            <a:off x="6336790" y="1664207"/>
            <a:ext cx="2441448" cy="1472184"/>
          </a:xfrm>
          <a:solidFill>
            <a:srgbClr val="BFBFBF"/>
          </a:solidFill>
        </p:spPr>
        <p:txBody>
          <a:bodyPr anchor="ctr" anchorCtr="0">
            <a:normAutofit/>
          </a:bodyPr>
          <a:lstStyle>
            <a:lvl1pPr marL="0" indent="0" algn="ctr">
              <a:spcBef>
                <a:spcPts val="0"/>
              </a:spcBef>
              <a:buFontTx/>
              <a:buNone/>
              <a:defRPr sz="1000"/>
            </a:lvl1pPr>
          </a:lstStyle>
          <a:p>
            <a:r>
              <a:rPr lang="en-US"/>
              <a:t>Click icon to add picture</a:t>
            </a:r>
            <a:endParaRPr lang="en-US" dirty="0"/>
          </a:p>
        </p:txBody>
      </p:sp>
      <p:sp>
        <p:nvSpPr>
          <p:cNvPr id="11" name="Content Placeholder 7">
            <a:extLst>
              <a:ext uri="{FF2B5EF4-FFF2-40B4-BE49-F238E27FC236}">
                <a16:creationId xmlns:a16="http://schemas.microsoft.com/office/drawing/2014/main" id="{3E7CE142-0CA8-FE44-AEBE-6EA0C0C59560}"/>
              </a:ext>
            </a:extLst>
          </p:cNvPr>
          <p:cNvSpPr>
            <a:spLocks noGrp="1"/>
          </p:cNvSpPr>
          <p:nvPr>
            <p:ph sz="quarter" idx="11"/>
          </p:nvPr>
        </p:nvSpPr>
        <p:spPr>
          <a:xfrm>
            <a:off x="6336790" y="3429000"/>
            <a:ext cx="2441448" cy="2579914"/>
          </a:xfrm>
        </p:spPr>
        <p:txBody>
          <a:bodyPr>
            <a:noAutofit/>
          </a:bodyPr>
          <a:lstStyle>
            <a:lvl1pPr marL="137160" indent="-137160">
              <a:spcBef>
                <a:spcPts val="900"/>
              </a:spcBef>
              <a:defRPr sz="1400"/>
            </a:lvl1pPr>
            <a:lvl2pPr marL="274320" indent="-137160">
              <a:spcBef>
                <a:spcPts val="300"/>
              </a:spcBef>
              <a:defRPr sz="1400"/>
            </a:lvl2pPr>
            <a:lvl3pPr marL="411480" indent="-137160">
              <a:spcBef>
                <a:spcPts val="0"/>
              </a:spcBef>
              <a:defRPr sz="1400"/>
            </a:lvl3pPr>
            <a:lvl4pPr marL="548640" indent="-137160">
              <a:spcBef>
                <a:spcPts val="0"/>
              </a:spcBef>
              <a:defRPr sz="1400"/>
            </a:lvl4pPr>
            <a:lvl5pPr marL="685800" indent="-137160">
              <a:spcBef>
                <a:spcPts val="0"/>
              </a:spcBef>
              <a:defRPr sz="1400"/>
            </a:lvl5pPr>
            <a:lvl6pPr marL="822960" indent="-137160">
              <a:spcBef>
                <a:spcPts val="0"/>
              </a:spcBef>
              <a:defRPr sz="1400"/>
            </a:lvl6pPr>
            <a:lvl7pPr marL="960120" indent="-137160">
              <a:spcBef>
                <a:spcPts val="0"/>
              </a:spcBef>
              <a:defRPr sz="1400"/>
            </a:lvl7pPr>
            <a:lvl8pPr marL="1097280" indent="-137160">
              <a:spcBef>
                <a:spcPts val="0"/>
              </a:spcBef>
              <a:defRPr sz="1400"/>
            </a:lvl8pPr>
            <a:lvl9pPr marL="1234440" indent="-137160">
              <a:spcBef>
                <a:spcPts val="0"/>
              </a:spcBef>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Picture Placeholder 8">
            <a:extLst>
              <a:ext uri="{FF2B5EF4-FFF2-40B4-BE49-F238E27FC236}">
                <a16:creationId xmlns:a16="http://schemas.microsoft.com/office/drawing/2014/main" id="{6099DDD5-D089-AD4F-B4E2-5303AA3DBDDA}"/>
              </a:ext>
            </a:extLst>
          </p:cNvPr>
          <p:cNvSpPr>
            <a:spLocks noGrp="1"/>
          </p:cNvSpPr>
          <p:nvPr>
            <p:ph type="pic" sz="quarter" idx="15"/>
          </p:nvPr>
        </p:nvSpPr>
        <p:spPr>
          <a:xfrm>
            <a:off x="9262870" y="1664207"/>
            <a:ext cx="2441448" cy="1472184"/>
          </a:xfrm>
          <a:solidFill>
            <a:srgbClr val="BFBFBF"/>
          </a:solidFill>
        </p:spPr>
        <p:txBody>
          <a:bodyPr anchor="ctr" anchorCtr="0">
            <a:normAutofit/>
          </a:bodyPr>
          <a:lstStyle>
            <a:lvl1pPr marL="0" indent="0" algn="ctr">
              <a:spcBef>
                <a:spcPts val="0"/>
              </a:spcBef>
              <a:buFontTx/>
              <a:buNone/>
              <a:defRPr sz="1000"/>
            </a:lvl1pPr>
          </a:lstStyle>
          <a:p>
            <a:r>
              <a:rPr lang="en-US"/>
              <a:t>Click icon to add picture</a:t>
            </a:r>
            <a:endParaRPr lang="en-US" dirty="0"/>
          </a:p>
        </p:txBody>
      </p:sp>
      <p:sp>
        <p:nvSpPr>
          <p:cNvPr id="9" name="Content Placeholder 9">
            <a:extLst>
              <a:ext uri="{FF2B5EF4-FFF2-40B4-BE49-F238E27FC236}">
                <a16:creationId xmlns:a16="http://schemas.microsoft.com/office/drawing/2014/main" id="{5BC9E542-5C7A-5F45-986F-1849A865FCEA}"/>
              </a:ext>
            </a:extLst>
          </p:cNvPr>
          <p:cNvSpPr>
            <a:spLocks noGrp="1"/>
          </p:cNvSpPr>
          <p:nvPr>
            <p:ph sz="quarter" idx="12"/>
          </p:nvPr>
        </p:nvSpPr>
        <p:spPr>
          <a:xfrm>
            <a:off x="9262870" y="3429000"/>
            <a:ext cx="2441448" cy="2579914"/>
          </a:xfrm>
        </p:spPr>
        <p:txBody>
          <a:bodyPr>
            <a:noAutofit/>
          </a:bodyPr>
          <a:lstStyle>
            <a:lvl1pPr marL="137160" indent="-137160">
              <a:spcBef>
                <a:spcPts val="900"/>
              </a:spcBef>
              <a:defRPr sz="1400"/>
            </a:lvl1pPr>
            <a:lvl2pPr marL="274320" indent="-137160">
              <a:spcBef>
                <a:spcPts val="300"/>
              </a:spcBef>
              <a:defRPr sz="1400"/>
            </a:lvl2pPr>
            <a:lvl3pPr marL="411480" indent="-137160">
              <a:spcBef>
                <a:spcPts val="0"/>
              </a:spcBef>
              <a:defRPr sz="1400"/>
            </a:lvl3pPr>
            <a:lvl4pPr marL="548640" indent="-137160">
              <a:spcBef>
                <a:spcPts val="0"/>
              </a:spcBef>
              <a:defRPr sz="1400"/>
            </a:lvl4pPr>
            <a:lvl5pPr marL="685800" indent="-137160">
              <a:spcBef>
                <a:spcPts val="0"/>
              </a:spcBef>
              <a:defRPr sz="1400"/>
            </a:lvl5pPr>
            <a:lvl6pPr marL="822960" indent="-137160">
              <a:spcBef>
                <a:spcPts val="0"/>
              </a:spcBef>
              <a:defRPr sz="1400"/>
            </a:lvl6pPr>
            <a:lvl7pPr marL="960120" indent="-137160">
              <a:spcBef>
                <a:spcPts val="0"/>
              </a:spcBef>
              <a:defRPr sz="1400"/>
            </a:lvl7pPr>
            <a:lvl8pPr marL="1097280" indent="-137160">
              <a:spcBef>
                <a:spcPts val="0"/>
              </a:spcBef>
              <a:defRPr sz="1400"/>
            </a:lvl8pPr>
            <a:lvl9pPr marL="1234440" indent="-137160">
              <a:spcBef>
                <a:spcPts val="0"/>
              </a:spcBef>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 Placeholder 6">
            <a:extLst>
              <a:ext uri="{FF2B5EF4-FFF2-40B4-BE49-F238E27FC236}">
                <a16:creationId xmlns:a16="http://schemas.microsoft.com/office/drawing/2014/main" id="{DE3EA358-26F8-903C-E58A-AC5F0E9C82A2}"/>
              </a:ext>
            </a:extLst>
          </p:cNvPr>
          <p:cNvSpPr>
            <a:spLocks noGrp="1"/>
          </p:cNvSpPr>
          <p:nvPr>
            <p:ph type="body" sz="quarter" idx="16"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6" name="Text Placeholder 6">
            <a:extLst>
              <a:ext uri="{FF2B5EF4-FFF2-40B4-BE49-F238E27FC236}">
                <a16:creationId xmlns:a16="http://schemas.microsoft.com/office/drawing/2014/main" id="{E55B1645-A968-D5C8-FE73-1F781F99C76C}"/>
              </a:ext>
            </a:extLst>
          </p:cNvPr>
          <p:cNvSpPr>
            <a:spLocks noGrp="1"/>
          </p:cNvSpPr>
          <p:nvPr>
            <p:ph type="body" sz="quarter" idx="17"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2154634959"/>
      </p:ext>
    </p:extLst>
  </p:cSld>
  <p:clrMapOvr>
    <a:masterClrMapping/>
  </p:clrMapOvr>
  <p:extLst>
    <p:ext uri="{DCECCB84-F9BA-43D5-87BE-67443E8EF086}">
      <p15:sldGuideLst xmlns:p15="http://schemas.microsoft.com/office/powerpoint/2012/main">
        <p15:guide id="4" pos="1844" userDrawn="1">
          <p15:clr>
            <a:srgbClr val="C35EA4"/>
          </p15:clr>
        </p15:guide>
        <p15:guide id="5" pos="2146" userDrawn="1">
          <p15:clr>
            <a:srgbClr val="C35EA4"/>
          </p15:clr>
        </p15:guide>
        <p15:guide id="6" pos="5530" userDrawn="1">
          <p15:clr>
            <a:srgbClr val="C35EA4"/>
          </p15:clr>
        </p15:guide>
        <p15:guide id="7" pos="5832" userDrawn="1">
          <p15:clr>
            <a:srgbClr val="C35EA4"/>
          </p15:clr>
        </p15:guide>
        <p15:guide id="8" pos="3688" userDrawn="1">
          <p15:clr>
            <a:srgbClr val="C35EA4"/>
          </p15:clr>
        </p15:guide>
        <p15:guide id="9" pos="3988" userDrawn="1">
          <p15:clr>
            <a:srgbClr val="C35EA4"/>
          </p15:clr>
        </p15:guide>
        <p15:guide id="10" orient="horz" pos="1046" userDrawn="1">
          <p15:clr>
            <a:srgbClr val="5ACBF0"/>
          </p15:clr>
        </p15:guide>
        <p15:guide id="11" orient="horz" pos="1976" userDrawn="1">
          <p15:clr>
            <a:srgbClr val="5ACBF0"/>
          </p15:clr>
        </p15:guide>
        <p15:guide id="12" orient="horz" pos="2158" userDrawn="1">
          <p15:clr>
            <a:srgbClr val="5ACBF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7921A-18B5-4EC0-B921-CA27E4A3D6A2}"/>
              </a:ext>
            </a:extLst>
          </p:cNvPr>
          <p:cNvSpPr>
            <a:spLocks noGrp="1"/>
          </p:cNvSpPr>
          <p:nvPr>
            <p:ph type="title" hasCustomPrompt="1"/>
          </p:nvPr>
        </p:nvSpPr>
        <p:spPr>
          <a:xfrm>
            <a:off x="484630" y="484632"/>
            <a:ext cx="11219688" cy="530352"/>
          </a:xfrm>
        </p:spPr>
        <p:txBody>
          <a:bodyPr/>
          <a:lstStyle/>
          <a:p>
            <a:r>
              <a:rPr lang="en-US" dirty="0"/>
              <a:t>[Slide title]</a:t>
            </a:r>
          </a:p>
        </p:txBody>
      </p:sp>
      <p:sp>
        <p:nvSpPr>
          <p:cNvPr id="3" name="Text Placeholder 6">
            <a:extLst>
              <a:ext uri="{FF2B5EF4-FFF2-40B4-BE49-F238E27FC236}">
                <a16:creationId xmlns:a16="http://schemas.microsoft.com/office/drawing/2014/main" id="{A704BE5C-6B80-9B0F-1ED5-15FF3358E42B}"/>
              </a:ext>
            </a:extLst>
          </p:cNvPr>
          <p:cNvSpPr>
            <a:spLocks noGrp="1"/>
          </p:cNvSpPr>
          <p:nvPr>
            <p:ph type="body" sz="quarter" idx="16"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4" name="Text Placeholder 6">
            <a:extLst>
              <a:ext uri="{FF2B5EF4-FFF2-40B4-BE49-F238E27FC236}">
                <a16:creationId xmlns:a16="http://schemas.microsoft.com/office/drawing/2014/main" id="{1ACD6B16-8BBF-0711-BDA3-94662772CCDB}"/>
              </a:ext>
            </a:extLst>
          </p:cNvPr>
          <p:cNvSpPr>
            <a:spLocks noGrp="1"/>
          </p:cNvSpPr>
          <p:nvPr>
            <p:ph type="body" sz="quarter" idx="17"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1390203051"/>
      </p:ext>
    </p:extLst>
  </p:cSld>
  <p:clrMapOvr>
    <a:masterClrMapping/>
  </p:clrMapOvr>
  <p:extLst>
    <p:ext uri="{DCECCB84-F9BA-43D5-87BE-67443E8EF086}">
      <p15:sldGuideLst xmlns:p15="http://schemas.microsoft.com/office/powerpoint/2012/main">
        <p15:guide id="1" orient="horz" pos="1046" userDrawn="1">
          <p15:clr>
            <a:srgbClr val="5ACBF0"/>
          </p15:clr>
        </p15:guide>
        <p15:guide id="2" pos="614" userDrawn="1">
          <p15:clr>
            <a:srgbClr val="C35EA4"/>
          </p15:clr>
        </p15:guide>
        <p15:guide id="3" pos="922" userDrawn="1">
          <p15:clr>
            <a:srgbClr val="C35EA4"/>
          </p15:clr>
        </p15:guide>
        <p15:guide id="4" pos="1228" userDrawn="1">
          <p15:clr>
            <a:srgbClr val="C35EA4"/>
          </p15:clr>
        </p15:guide>
        <p15:guide id="5" pos="1536" userDrawn="1">
          <p15:clr>
            <a:srgbClr val="C35EA4"/>
          </p15:clr>
        </p15:guide>
        <p15:guide id="6" pos="1842" userDrawn="1">
          <p15:clr>
            <a:srgbClr val="C35EA4"/>
          </p15:clr>
        </p15:guide>
        <p15:guide id="7" pos="2150" userDrawn="1">
          <p15:clr>
            <a:srgbClr val="C35EA4"/>
          </p15:clr>
        </p15:guide>
        <p15:guide id="8" pos="2458" userDrawn="1">
          <p15:clr>
            <a:srgbClr val="C35EA4"/>
          </p15:clr>
        </p15:guide>
        <p15:guide id="9" pos="2764" userDrawn="1">
          <p15:clr>
            <a:srgbClr val="C35EA4"/>
          </p15:clr>
        </p15:guide>
        <p15:guide id="10" pos="3072" userDrawn="1">
          <p15:clr>
            <a:srgbClr val="C35EA4"/>
          </p15:clr>
        </p15:guide>
        <p15:guide id="11" pos="3378" userDrawn="1">
          <p15:clr>
            <a:srgbClr val="C35EA4"/>
          </p15:clr>
        </p15:guide>
        <p15:guide id="12" pos="3686" userDrawn="1">
          <p15:clr>
            <a:srgbClr val="C35EA4"/>
          </p15:clr>
        </p15:guide>
        <p15:guide id="13" pos="3994" userDrawn="1">
          <p15:clr>
            <a:srgbClr val="C35EA4"/>
          </p15:clr>
        </p15:guide>
        <p15:guide id="14" pos="4300" userDrawn="1">
          <p15:clr>
            <a:srgbClr val="C35EA4"/>
          </p15:clr>
        </p15:guide>
        <p15:guide id="15" pos="4608" userDrawn="1">
          <p15:clr>
            <a:srgbClr val="C35EA4"/>
          </p15:clr>
        </p15:guide>
        <p15:guide id="16" pos="4914" userDrawn="1">
          <p15:clr>
            <a:srgbClr val="C35EA4"/>
          </p15:clr>
        </p15:guide>
        <p15:guide id="17" pos="5222" userDrawn="1">
          <p15:clr>
            <a:srgbClr val="C35EA4"/>
          </p15:clr>
        </p15:guide>
        <p15:guide id="18" pos="5530" userDrawn="1">
          <p15:clr>
            <a:srgbClr val="C35EA4"/>
          </p15:clr>
        </p15:guide>
        <p15:guide id="19" pos="5836" userDrawn="1">
          <p15:clr>
            <a:srgbClr val="C35EA4"/>
          </p15:clr>
        </p15:guide>
        <p15:guide id="20" pos="6144" userDrawn="1">
          <p15:clr>
            <a:srgbClr val="C35EA4"/>
          </p15:clr>
        </p15:guide>
        <p15:guide id="21" pos="6450" userDrawn="1">
          <p15:clr>
            <a:srgbClr val="C35EA4"/>
          </p15:clr>
        </p15:guide>
        <p15:guide id="22" pos="6758" userDrawn="1">
          <p15:clr>
            <a:srgbClr val="C35EA4"/>
          </p15:clr>
        </p15:guide>
        <p15:guide id="23" pos="7066" userDrawn="1">
          <p15:clr>
            <a:srgbClr val="C35EA4"/>
          </p15:clr>
        </p15:guide>
        <p15:guide id="24" orient="horz" pos="676" userDrawn="1">
          <p15:clr>
            <a:srgbClr val="5ACBF0"/>
          </p15:clr>
        </p15:guide>
        <p15:guide id="25" orient="horz" pos="1418" userDrawn="1">
          <p15:clr>
            <a:srgbClr val="5ACBF0"/>
          </p15:clr>
        </p15:guide>
        <p15:guide id="26" orient="horz" pos="1788" userDrawn="1">
          <p15:clr>
            <a:srgbClr val="5ACBF0"/>
          </p15:clr>
        </p15:guide>
        <p15:guide id="27" orient="horz" pos="2160" userDrawn="1">
          <p15:clr>
            <a:srgbClr val="5ACBF0"/>
          </p15:clr>
        </p15:guide>
        <p15:guide id="28" orient="horz" pos="2530" userDrawn="1">
          <p15:clr>
            <a:srgbClr val="5ACBF0"/>
          </p15:clr>
        </p15:guide>
        <p15:guide id="29" orient="horz" pos="2902" userDrawn="1">
          <p15:clr>
            <a:srgbClr val="5ACBF0"/>
          </p15:clr>
        </p15:guide>
        <p15:guide id="30" orient="horz" pos="3272" userDrawn="1">
          <p15:clr>
            <a:srgbClr val="5ACBF0"/>
          </p15:clr>
        </p15:guide>
        <p15:guide id="31" orient="horz" pos="3644" userDrawn="1">
          <p15:clr>
            <a:srgbClr val="5ACBF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Only - Gray">
    <p:bg>
      <p:bgPr>
        <a:solidFill>
          <a:srgbClr val="F2F2F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7921A-18B5-4EC0-B921-CA27E4A3D6A2}"/>
              </a:ext>
            </a:extLst>
          </p:cNvPr>
          <p:cNvSpPr>
            <a:spLocks noGrp="1"/>
          </p:cNvSpPr>
          <p:nvPr>
            <p:ph type="title" hasCustomPrompt="1"/>
          </p:nvPr>
        </p:nvSpPr>
        <p:spPr>
          <a:xfrm>
            <a:off x="484630" y="484632"/>
            <a:ext cx="11219688" cy="530352"/>
          </a:xfrm>
        </p:spPr>
        <p:txBody>
          <a:bodyPr/>
          <a:lstStyle/>
          <a:p>
            <a:r>
              <a:rPr lang="en-US" dirty="0"/>
              <a:t>[Slide title]</a:t>
            </a:r>
          </a:p>
        </p:txBody>
      </p:sp>
      <p:sp>
        <p:nvSpPr>
          <p:cNvPr id="3" name="Text Placeholder 6">
            <a:extLst>
              <a:ext uri="{FF2B5EF4-FFF2-40B4-BE49-F238E27FC236}">
                <a16:creationId xmlns:a16="http://schemas.microsoft.com/office/drawing/2014/main" id="{D9205506-CA75-1055-2CE1-68050A1A7B1E}"/>
              </a:ext>
            </a:extLst>
          </p:cNvPr>
          <p:cNvSpPr>
            <a:spLocks noGrp="1"/>
          </p:cNvSpPr>
          <p:nvPr>
            <p:ph type="body" sz="quarter" idx="16"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4" name="Text Placeholder 6">
            <a:extLst>
              <a:ext uri="{FF2B5EF4-FFF2-40B4-BE49-F238E27FC236}">
                <a16:creationId xmlns:a16="http://schemas.microsoft.com/office/drawing/2014/main" id="{C5EC4519-B474-13F5-AA61-40DB2F5A6093}"/>
              </a:ext>
            </a:extLst>
          </p:cNvPr>
          <p:cNvSpPr>
            <a:spLocks noGrp="1"/>
          </p:cNvSpPr>
          <p:nvPr>
            <p:ph type="body" sz="quarter" idx="17"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2434262528"/>
      </p:ext>
    </p:extLst>
  </p:cSld>
  <p:clrMapOvr>
    <a:masterClrMapping/>
  </p:clrMapOvr>
  <p:extLst>
    <p:ext uri="{DCECCB84-F9BA-43D5-87BE-67443E8EF086}">
      <p15:sldGuideLst xmlns:p15="http://schemas.microsoft.com/office/powerpoint/2012/main">
        <p15:guide id="1" orient="horz" pos="1046" userDrawn="1">
          <p15:clr>
            <a:srgbClr val="5ACBF0"/>
          </p15:clr>
        </p15:guide>
        <p15:guide id="2" pos="614" userDrawn="1">
          <p15:clr>
            <a:srgbClr val="C35EA4"/>
          </p15:clr>
        </p15:guide>
        <p15:guide id="3" pos="922" userDrawn="1">
          <p15:clr>
            <a:srgbClr val="C35EA4"/>
          </p15:clr>
        </p15:guide>
        <p15:guide id="4" pos="1228" userDrawn="1">
          <p15:clr>
            <a:srgbClr val="C35EA4"/>
          </p15:clr>
        </p15:guide>
        <p15:guide id="5" pos="1536" userDrawn="1">
          <p15:clr>
            <a:srgbClr val="C35EA4"/>
          </p15:clr>
        </p15:guide>
        <p15:guide id="6" pos="1842" userDrawn="1">
          <p15:clr>
            <a:srgbClr val="C35EA4"/>
          </p15:clr>
        </p15:guide>
        <p15:guide id="7" pos="2150" userDrawn="1">
          <p15:clr>
            <a:srgbClr val="C35EA4"/>
          </p15:clr>
        </p15:guide>
        <p15:guide id="8" pos="2458" userDrawn="1">
          <p15:clr>
            <a:srgbClr val="C35EA4"/>
          </p15:clr>
        </p15:guide>
        <p15:guide id="9" pos="2764" userDrawn="1">
          <p15:clr>
            <a:srgbClr val="C35EA4"/>
          </p15:clr>
        </p15:guide>
        <p15:guide id="10" pos="3072" userDrawn="1">
          <p15:clr>
            <a:srgbClr val="C35EA4"/>
          </p15:clr>
        </p15:guide>
        <p15:guide id="11" pos="3378" userDrawn="1">
          <p15:clr>
            <a:srgbClr val="C35EA4"/>
          </p15:clr>
        </p15:guide>
        <p15:guide id="12" pos="3686" userDrawn="1">
          <p15:clr>
            <a:srgbClr val="C35EA4"/>
          </p15:clr>
        </p15:guide>
        <p15:guide id="13" pos="3994" userDrawn="1">
          <p15:clr>
            <a:srgbClr val="C35EA4"/>
          </p15:clr>
        </p15:guide>
        <p15:guide id="14" pos="4300" userDrawn="1">
          <p15:clr>
            <a:srgbClr val="C35EA4"/>
          </p15:clr>
        </p15:guide>
        <p15:guide id="15" pos="4608" userDrawn="1">
          <p15:clr>
            <a:srgbClr val="C35EA4"/>
          </p15:clr>
        </p15:guide>
        <p15:guide id="16" pos="4914" userDrawn="1">
          <p15:clr>
            <a:srgbClr val="C35EA4"/>
          </p15:clr>
        </p15:guide>
        <p15:guide id="17" pos="5222" userDrawn="1">
          <p15:clr>
            <a:srgbClr val="C35EA4"/>
          </p15:clr>
        </p15:guide>
        <p15:guide id="18" pos="5530" userDrawn="1">
          <p15:clr>
            <a:srgbClr val="C35EA4"/>
          </p15:clr>
        </p15:guide>
        <p15:guide id="19" pos="5836" userDrawn="1">
          <p15:clr>
            <a:srgbClr val="C35EA4"/>
          </p15:clr>
        </p15:guide>
        <p15:guide id="20" pos="6144" userDrawn="1">
          <p15:clr>
            <a:srgbClr val="C35EA4"/>
          </p15:clr>
        </p15:guide>
        <p15:guide id="21" pos="6450" userDrawn="1">
          <p15:clr>
            <a:srgbClr val="C35EA4"/>
          </p15:clr>
        </p15:guide>
        <p15:guide id="22" pos="6758" userDrawn="1">
          <p15:clr>
            <a:srgbClr val="C35EA4"/>
          </p15:clr>
        </p15:guide>
        <p15:guide id="23" pos="7066" userDrawn="1">
          <p15:clr>
            <a:srgbClr val="C35EA4"/>
          </p15:clr>
        </p15:guide>
        <p15:guide id="24" orient="horz" pos="676" userDrawn="1">
          <p15:clr>
            <a:srgbClr val="5ACBF0"/>
          </p15:clr>
        </p15:guide>
        <p15:guide id="25" orient="horz" pos="1418" userDrawn="1">
          <p15:clr>
            <a:srgbClr val="5ACBF0"/>
          </p15:clr>
        </p15:guide>
        <p15:guide id="26" orient="horz" pos="1788" userDrawn="1">
          <p15:clr>
            <a:srgbClr val="5ACBF0"/>
          </p15:clr>
        </p15:guide>
        <p15:guide id="27" orient="horz" pos="2160" userDrawn="1">
          <p15:clr>
            <a:srgbClr val="5ACBF0"/>
          </p15:clr>
        </p15:guide>
        <p15:guide id="28" orient="horz" pos="2530" userDrawn="1">
          <p15:clr>
            <a:srgbClr val="5ACBF0"/>
          </p15:clr>
        </p15:guide>
        <p15:guide id="29" orient="horz" pos="2902" userDrawn="1">
          <p15:clr>
            <a:srgbClr val="5ACBF0"/>
          </p15:clr>
        </p15:guide>
        <p15:guide id="30" orient="horz" pos="3272" userDrawn="1">
          <p15:clr>
            <a:srgbClr val="5ACBF0"/>
          </p15:clr>
        </p15:guide>
        <p15:guide id="31" orient="horz" pos="3644" userDrawn="1">
          <p15:clr>
            <a:srgbClr val="5ACBF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874432715"/>
      </p:ext>
    </p:extLst>
  </p:cSld>
  <p:clrMapOvr>
    <a:masterClrMapping/>
  </p:clrMapOvr>
  <p:extLst>
    <p:ext uri="{DCECCB84-F9BA-43D5-87BE-67443E8EF086}">
      <p15:sldGuideLst xmlns:p15="http://schemas.microsoft.com/office/powerpoint/2012/main">
        <p15:guide id="1" orient="horz" pos="1046" userDrawn="1">
          <p15:clr>
            <a:srgbClr val="5ACBF0"/>
          </p15:clr>
        </p15:guide>
        <p15:guide id="2" orient="horz" pos="676" userDrawn="1">
          <p15:clr>
            <a:srgbClr val="5ACBF0"/>
          </p15:clr>
        </p15:guide>
        <p15:guide id="3" orient="horz" pos="1418" userDrawn="1">
          <p15:clr>
            <a:srgbClr val="5ACBF0"/>
          </p15:clr>
        </p15:guide>
        <p15:guide id="4" orient="horz" pos="1788" userDrawn="1">
          <p15:clr>
            <a:srgbClr val="5ACBF0"/>
          </p15:clr>
        </p15:guide>
        <p15:guide id="5" orient="horz" pos="2160" userDrawn="1">
          <p15:clr>
            <a:srgbClr val="5ACBF0"/>
          </p15:clr>
        </p15:guide>
        <p15:guide id="6" orient="horz" pos="2530" userDrawn="1">
          <p15:clr>
            <a:srgbClr val="5ACBF0"/>
          </p15:clr>
        </p15:guide>
        <p15:guide id="7" orient="horz" pos="2902" userDrawn="1">
          <p15:clr>
            <a:srgbClr val="5ACBF0"/>
          </p15:clr>
        </p15:guide>
        <p15:guide id="8" orient="horz" pos="3272" userDrawn="1">
          <p15:clr>
            <a:srgbClr val="5ACBF0"/>
          </p15:clr>
        </p15:guide>
        <p15:guide id="9" orient="horz" pos="3644" userDrawn="1">
          <p15:clr>
            <a:srgbClr val="5ACBF0"/>
          </p15:clr>
        </p15:guide>
        <p15:guide id="10" pos="614" userDrawn="1">
          <p15:clr>
            <a:srgbClr val="C35EA4"/>
          </p15:clr>
        </p15:guide>
        <p15:guide id="11" pos="922" userDrawn="1">
          <p15:clr>
            <a:srgbClr val="C35EA4"/>
          </p15:clr>
        </p15:guide>
        <p15:guide id="12" pos="1228" userDrawn="1">
          <p15:clr>
            <a:srgbClr val="C35EA4"/>
          </p15:clr>
        </p15:guide>
        <p15:guide id="13" pos="1536" userDrawn="1">
          <p15:clr>
            <a:srgbClr val="C35EA4"/>
          </p15:clr>
        </p15:guide>
        <p15:guide id="14" pos="1842" userDrawn="1">
          <p15:clr>
            <a:srgbClr val="C35EA4"/>
          </p15:clr>
        </p15:guide>
        <p15:guide id="15" pos="2150" userDrawn="1">
          <p15:clr>
            <a:srgbClr val="C35EA4"/>
          </p15:clr>
        </p15:guide>
        <p15:guide id="16" pos="2458" userDrawn="1">
          <p15:clr>
            <a:srgbClr val="C35EA4"/>
          </p15:clr>
        </p15:guide>
        <p15:guide id="17" pos="2764" userDrawn="1">
          <p15:clr>
            <a:srgbClr val="C35EA4"/>
          </p15:clr>
        </p15:guide>
        <p15:guide id="18" pos="3072" userDrawn="1">
          <p15:clr>
            <a:srgbClr val="C35EA4"/>
          </p15:clr>
        </p15:guide>
        <p15:guide id="19" pos="3378" userDrawn="1">
          <p15:clr>
            <a:srgbClr val="C35EA4"/>
          </p15:clr>
        </p15:guide>
        <p15:guide id="20" pos="3686" userDrawn="1">
          <p15:clr>
            <a:srgbClr val="C35EA4"/>
          </p15:clr>
        </p15:guide>
        <p15:guide id="21" pos="3994" userDrawn="1">
          <p15:clr>
            <a:srgbClr val="C35EA4"/>
          </p15:clr>
        </p15:guide>
        <p15:guide id="22" pos="4300" userDrawn="1">
          <p15:clr>
            <a:srgbClr val="C35EA4"/>
          </p15:clr>
        </p15:guide>
        <p15:guide id="23" pos="4608" userDrawn="1">
          <p15:clr>
            <a:srgbClr val="C35EA4"/>
          </p15:clr>
        </p15:guide>
        <p15:guide id="24" pos="4914" userDrawn="1">
          <p15:clr>
            <a:srgbClr val="C35EA4"/>
          </p15:clr>
        </p15:guide>
        <p15:guide id="25" pos="5222" userDrawn="1">
          <p15:clr>
            <a:srgbClr val="C35EA4"/>
          </p15:clr>
        </p15:guide>
        <p15:guide id="26" pos="5530" userDrawn="1">
          <p15:clr>
            <a:srgbClr val="C35EA4"/>
          </p15:clr>
        </p15:guide>
        <p15:guide id="27" pos="5836" userDrawn="1">
          <p15:clr>
            <a:srgbClr val="C35EA4"/>
          </p15:clr>
        </p15:guide>
        <p15:guide id="28" pos="6144" userDrawn="1">
          <p15:clr>
            <a:srgbClr val="C35EA4"/>
          </p15:clr>
        </p15:guide>
        <p15:guide id="29" pos="6450" userDrawn="1">
          <p15:clr>
            <a:srgbClr val="C35EA4"/>
          </p15:clr>
        </p15:guide>
        <p15:guide id="30" pos="6758" userDrawn="1">
          <p15:clr>
            <a:srgbClr val="C35EA4"/>
          </p15:clr>
        </p15:guide>
        <p15:guide id="31" pos="7066" userDrawn="1">
          <p15:clr>
            <a:srgbClr val="C35EA4"/>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End Slide Tagline">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0A8630C-96A3-BF9D-50AE-84F868754BE9}"/>
              </a:ext>
            </a:extLst>
          </p:cNvPr>
          <p:cNvPicPr>
            <a:picLocks noChangeAspect="1"/>
          </p:cNvPicPr>
          <p:nvPr userDrawn="1"/>
        </p:nvPicPr>
        <p:blipFill>
          <a:blip r:embed="rId2"/>
          <a:stretch>
            <a:fillRect/>
          </a:stretch>
        </p:blipFill>
        <p:spPr>
          <a:xfrm>
            <a:off x="481330" y="4761517"/>
            <a:ext cx="3216027" cy="442307"/>
          </a:xfrm>
          <a:prstGeom prst="rect">
            <a:avLst/>
          </a:prstGeom>
        </p:spPr>
      </p:pic>
      <p:sp>
        <p:nvSpPr>
          <p:cNvPr id="3" name="Legal">
            <a:extLst>
              <a:ext uri="{FF2B5EF4-FFF2-40B4-BE49-F238E27FC236}">
                <a16:creationId xmlns:a16="http://schemas.microsoft.com/office/drawing/2014/main" id="{079A6F00-9D47-864A-7B12-7400B50ACF3F}"/>
              </a:ext>
            </a:extLst>
          </p:cNvPr>
          <p:cNvSpPr txBox="1"/>
          <p:nvPr userDrawn="1"/>
        </p:nvSpPr>
        <p:spPr>
          <a:xfrm>
            <a:off x="484630" y="5480917"/>
            <a:ext cx="8399393" cy="886968"/>
          </a:xfrm>
          <a:prstGeom prst="rect">
            <a:avLst/>
          </a:prstGeom>
          <a:noFill/>
        </p:spPr>
        <p:txBody>
          <a:bodyPr wrap="square" lIns="0" tIns="0" rIns="0" bIns="0" rtlCol="0" anchor="b" anchorCtr="0">
            <a:noAutofit/>
          </a:bodyPr>
          <a:lstStyle/>
          <a:p>
            <a:pPr marL="0" indent="0">
              <a:lnSpc>
                <a:spcPct val="100000"/>
              </a:lnSpc>
              <a:spcBef>
                <a:spcPts val="0"/>
              </a:spcBef>
              <a:buSzPct val="100000"/>
              <a:buFontTx/>
              <a:buNone/>
            </a:pPr>
            <a:r>
              <a:rPr lang="en-US" sz="800" dirty="0"/>
              <a:t>© 2025 Micron Technology, Inc. All rights reserved. Information, products, and/or specifications are subject to change without notice. All information is provided on an “AS IS” basis without warranties of any kind. Statements regarding products, including statements regarding product features, availability, functionality, or compatibility, are provided for informational purposes only and do not modify the warranty, if any, applicable to any product. Drawings may not be to scale. Micron, the Micron logo, the M logo, Intelligence Accelerated™, and other Micron trademarks are the property of Micron Technology, Inc. All other trademarks are the property of their respective owners.</a:t>
            </a:r>
          </a:p>
        </p:txBody>
      </p:sp>
    </p:spTree>
    <p:extLst>
      <p:ext uri="{BB962C8B-B14F-4D97-AF65-F5344CB8AC3E}">
        <p14:creationId xmlns:p14="http://schemas.microsoft.com/office/powerpoint/2010/main" val="279822666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4" pos="4914" userDrawn="1">
          <p15:clr>
            <a:srgbClr val="C35EA4"/>
          </p15:clr>
        </p15:guide>
        <p15:guide id="5" orient="horz" pos="3272" userDrawn="1">
          <p15:clr>
            <a:srgbClr val="5ACBF0"/>
          </p15:clr>
        </p15:guide>
        <p15:guide id="6" orient="horz" pos="2528" userDrawn="1">
          <p15:clr>
            <a:srgbClr val="5ACBF0"/>
          </p15:clr>
        </p15:guide>
        <p15:guide id="7" orient="horz" pos="1790" userDrawn="1">
          <p15:clr>
            <a:srgbClr val="5ACBF0"/>
          </p15:clr>
        </p15:guide>
        <p15:guide id="8" orient="horz" pos="1046" userDrawn="1">
          <p15:clr>
            <a:srgbClr val="5ACBF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End Slide Tagline - Dark Mode ">
    <p:bg>
      <p:bgPr>
        <a:solidFill>
          <a:srgbClr val="000000"/>
        </a:solidFill>
        <a:effectLst/>
      </p:bgPr>
    </p:bg>
    <p:spTree>
      <p:nvGrpSpPr>
        <p:cNvPr id="1" name=""/>
        <p:cNvGrpSpPr/>
        <p:nvPr/>
      </p:nvGrpSpPr>
      <p:grpSpPr>
        <a:xfrm>
          <a:off x="0" y="0"/>
          <a:ext cx="0" cy="0"/>
          <a:chOff x="0" y="0"/>
          <a:chExt cx="0" cy="0"/>
        </a:xfrm>
      </p:grpSpPr>
      <p:pic>
        <p:nvPicPr>
          <p:cNvPr id="6" name="Picture 5" descr="A white letter on black background&#10;&#10;AI-generated content may be incorrect.">
            <a:extLst>
              <a:ext uri="{FF2B5EF4-FFF2-40B4-BE49-F238E27FC236}">
                <a16:creationId xmlns:a16="http://schemas.microsoft.com/office/drawing/2014/main" id="{3C2F93BD-11DD-2341-181C-9E6B08D4E6F4}"/>
              </a:ext>
            </a:extLst>
          </p:cNvPr>
          <p:cNvPicPr>
            <a:picLocks noChangeAspect="1"/>
          </p:cNvPicPr>
          <p:nvPr userDrawn="1"/>
        </p:nvPicPr>
        <p:blipFill>
          <a:blip r:embed="rId2"/>
          <a:stretch>
            <a:fillRect/>
          </a:stretch>
        </p:blipFill>
        <p:spPr>
          <a:xfrm>
            <a:off x="481330" y="4762885"/>
            <a:ext cx="3206087" cy="440940"/>
          </a:xfrm>
          <a:prstGeom prst="rect">
            <a:avLst/>
          </a:prstGeom>
        </p:spPr>
      </p:pic>
      <p:sp>
        <p:nvSpPr>
          <p:cNvPr id="3" name="Legal">
            <a:extLst>
              <a:ext uri="{FF2B5EF4-FFF2-40B4-BE49-F238E27FC236}">
                <a16:creationId xmlns:a16="http://schemas.microsoft.com/office/drawing/2014/main" id="{B1252A5C-2388-D5FB-153C-E8FC9B3DB418}"/>
              </a:ext>
            </a:extLst>
          </p:cNvPr>
          <p:cNvSpPr txBox="1"/>
          <p:nvPr userDrawn="1"/>
        </p:nvSpPr>
        <p:spPr>
          <a:xfrm>
            <a:off x="484630" y="5480917"/>
            <a:ext cx="8399393" cy="886968"/>
          </a:xfrm>
          <a:prstGeom prst="rect">
            <a:avLst/>
          </a:prstGeom>
          <a:noFill/>
        </p:spPr>
        <p:txBody>
          <a:bodyPr wrap="square" lIns="0" tIns="0" rIns="0" bIns="0" rtlCol="0" anchor="b" anchorCtr="0">
            <a:noAutofit/>
          </a:bodyPr>
          <a:lstStyle/>
          <a:p>
            <a:pPr marL="0" indent="0">
              <a:lnSpc>
                <a:spcPct val="100000"/>
              </a:lnSpc>
              <a:spcBef>
                <a:spcPts val="0"/>
              </a:spcBef>
              <a:buSzPct val="100000"/>
              <a:buFontTx/>
              <a:buNone/>
            </a:pPr>
            <a:r>
              <a:rPr lang="en-US" sz="800" dirty="0"/>
              <a:t>© 2025 Micron Technology, Inc. All rights reserved. Information, products, and/or specifications are subject to change without notice. All information is provided on an “AS IS” basis without warranties of any kind. Statements regarding products, including statements regarding product features, availability, functionality, or compatibility, are provided for informational purposes only and do not modify the warranty, if any, applicable to any product. Drawings may not be to scale. Micron, the Micron logo, the M logo, Intelligence Accelerated™, and other Micron trademarks are the property of Micron Technology, Inc. All other trademarks are the property of their respective owners.</a:t>
            </a:r>
          </a:p>
        </p:txBody>
      </p:sp>
    </p:spTree>
    <p:extLst>
      <p:ext uri="{BB962C8B-B14F-4D97-AF65-F5344CB8AC3E}">
        <p14:creationId xmlns:p14="http://schemas.microsoft.com/office/powerpoint/2010/main" val="425502012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4" pos="4914" userDrawn="1">
          <p15:clr>
            <a:srgbClr val="C35EA4"/>
          </p15:clr>
        </p15:guide>
        <p15:guide id="5" orient="horz" pos="3272" userDrawn="1">
          <p15:clr>
            <a:srgbClr val="5ACBF0"/>
          </p15:clr>
        </p15:guide>
        <p15:guide id="6" orient="horz" pos="2528" userDrawn="1">
          <p15:clr>
            <a:srgbClr val="5ACBF0"/>
          </p15:clr>
        </p15:guide>
        <p15:guide id="7" orient="horz" pos="1790" userDrawn="1">
          <p15:clr>
            <a:srgbClr val="5ACBF0"/>
          </p15:clr>
        </p15:guide>
        <p15:guide id="8" orient="horz" pos="1046" userDrawn="1">
          <p15:clr>
            <a:srgbClr val="5ACBF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Slide 8">
    <p:bg>
      <p:bgPr>
        <a:gradFill>
          <a:gsLst>
            <a:gs pos="100000">
              <a:srgbClr val="FDD501"/>
            </a:gs>
            <a:gs pos="1000">
              <a:srgbClr val="E60177"/>
            </a:gs>
          </a:gsLst>
          <a:lin ang="1986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5367528" cy="2944368"/>
          </a:xfrm>
        </p:spPr>
        <p:txBody>
          <a:bodyPr anchor="b"/>
          <a:lstStyle>
            <a:lvl1pPr algn="l">
              <a:lnSpc>
                <a:spcPct val="90000"/>
              </a:lnSpc>
              <a:defRPr sz="66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536752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7" name="Picture Placeholder 1">
            <a:extLst>
              <a:ext uri="{FF2B5EF4-FFF2-40B4-BE49-F238E27FC236}">
                <a16:creationId xmlns:a16="http://schemas.microsoft.com/office/drawing/2014/main" id="{C437124C-7DAC-2C73-3A3B-40CE8EA5DBD5}"/>
              </a:ext>
              <a:ext uri="{C183D7F6-B498-43B3-948B-1728B52AA6E4}">
                <adec:decorative xmlns:adec="http://schemas.microsoft.com/office/drawing/2017/decorative" val="1"/>
              </a:ext>
            </a:extLst>
          </p:cNvPr>
          <p:cNvSpPr>
            <a:spLocks noGrp="1"/>
          </p:cNvSpPr>
          <p:nvPr>
            <p:ph type="pic" sz="quarter" idx="11"/>
          </p:nvPr>
        </p:nvSpPr>
        <p:spPr>
          <a:xfrm>
            <a:off x="6096000" y="0"/>
            <a:ext cx="6096000" cy="6857998"/>
          </a:xfrm>
          <a:custGeom>
            <a:avLst/>
            <a:gdLst>
              <a:gd name="connsiteX0" fmla="*/ 0 w 6096000"/>
              <a:gd name="connsiteY0" fmla="*/ 0 h 6857998"/>
              <a:gd name="connsiteX1" fmla="*/ 6096000 w 6096000"/>
              <a:gd name="connsiteY1" fmla="*/ 0 h 6857998"/>
              <a:gd name="connsiteX2" fmla="*/ 6096000 w 6096000"/>
              <a:gd name="connsiteY2" fmla="*/ 6857998 h 6857998"/>
              <a:gd name="connsiteX3" fmla="*/ 1691605 w 6096000"/>
              <a:gd name="connsiteY3" fmla="*/ 6857998 h 6857998"/>
              <a:gd name="connsiteX4" fmla="*/ 1414253 w 6096000"/>
              <a:gd name="connsiteY4" fmla="*/ 6444450 h 6857998"/>
              <a:gd name="connsiteX5" fmla="*/ 720554 w 6096000"/>
              <a:gd name="connsiteY5" fmla="*/ 5117662 h 6857998"/>
              <a:gd name="connsiteX6" fmla="*/ 0 w 6096000"/>
              <a:gd name="connsiteY6" fmla="*/ 1552498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6000" h="6857998">
                <a:moveTo>
                  <a:pt x="0" y="0"/>
                </a:moveTo>
                <a:lnTo>
                  <a:pt x="6096000" y="0"/>
                </a:lnTo>
                <a:lnTo>
                  <a:pt x="6096000" y="6857998"/>
                </a:lnTo>
                <a:lnTo>
                  <a:pt x="1691605" y="6857998"/>
                </a:lnTo>
                <a:lnTo>
                  <a:pt x="1414253" y="6444450"/>
                </a:lnTo>
                <a:cubicBezTo>
                  <a:pt x="1148218" y="6023616"/>
                  <a:pt x="916349" y="5581035"/>
                  <a:pt x="720554" y="5117662"/>
                </a:cubicBezTo>
                <a:cubicBezTo>
                  <a:pt x="242197" y="3986858"/>
                  <a:pt x="0" y="2787406"/>
                  <a:pt x="0" y="1552498"/>
                </a:cubicBezTo>
                <a:close/>
              </a:path>
            </a:pathLst>
          </a:custGeom>
          <a:solidFill>
            <a:srgbClr val="F2F2F2"/>
          </a:solidFill>
        </p:spPr>
        <p:txBody>
          <a:bodyPr wrap="square" anchor="ctr" anchorCtr="0">
            <a:noAutofit/>
          </a:bodyPr>
          <a:lstStyle>
            <a:lvl1pPr marL="0" indent="0" algn="ctr">
              <a:spcBef>
                <a:spcPts val="0"/>
              </a:spcBef>
              <a:buFontTx/>
              <a:buNone/>
              <a:defRPr sz="1000">
                <a:solidFill>
                  <a:schemeClr val="bg1"/>
                </a:solidFill>
              </a:defRPr>
            </a:lvl1pPr>
          </a:lstStyle>
          <a:p>
            <a:r>
              <a:rPr lang="en-US"/>
              <a:t>Click icon to add picture</a:t>
            </a:r>
          </a:p>
        </p:txBody>
      </p:sp>
      <p:pic>
        <p:nvPicPr>
          <p:cNvPr id="5" name="Picture 4" descr="A white letter on black background&#10;&#10;AI-generated content may be incorrect.">
            <a:extLst>
              <a:ext uri="{FF2B5EF4-FFF2-40B4-BE49-F238E27FC236}">
                <a16:creationId xmlns:a16="http://schemas.microsoft.com/office/drawing/2014/main" id="{A931CEF5-1D00-3760-7809-BDF56D0FE198}"/>
              </a:ext>
            </a:extLst>
          </p:cNvPr>
          <p:cNvPicPr>
            <a:picLocks noChangeAspect="1"/>
          </p:cNvPicPr>
          <p:nvPr userDrawn="1"/>
        </p:nvPicPr>
        <p:blipFill>
          <a:blip r:embed="rId2"/>
          <a:stretch>
            <a:fillRect/>
          </a:stretch>
        </p:blipFill>
        <p:spPr>
          <a:xfrm>
            <a:off x="481330" y="6081208"/>
            <a:ext cx="2124305" cy="292160"/>
          </a:xfrm>
          <a:prstGeom prst="rect">
            <a:avLst/>
          </a:prstGeom>
        </p:spPr>
      </p:pic>
    </p:spTree>
    <p:extLst>
      <p:ext uri="{BB962C8B-B14F-4D97-AF65-F5344CB8AC3E}">
        <p14:creationId xmlns:p14="http://schemas.microsoft.com/office/powerpoint/2010/main" val="402470301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688">
          <p15:clr>
            <a:srgbClr val="C35EA4"/>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tle Slide 9">
    <p:bg>
      <p:bgPr>
        <a:gradFill>
          <a:gsLst>
            <a:gs pos="0">
              <a:srgbClr val="BD03F7"/>
            </a:gs>
            <a:gs pos="50000">
              <a:srgbClr val="3539F4"/>
            </a:gs>
            <a:gs pos="100000">
              <a:srgbClr val="0068FF"/>
            </a:gs>
          </a:gsLst>
          <a:lin ang="360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5367528" cy="2944368"/>
          </a:xfrm>
        </p:spPr>
        <p:txBody>
          <a:bodyPr anchor="b"/>
          <a:lstStyle>
            <a:lvl1pPr algn="l">
              <a:lnSpc>
                <a:spcPct val="90000"/>
              </a:lnSpc>
              <a:defRPr sz="66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536752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6" name="Picture Placeholder 1">
            <a:extLst>
              <a:ext uri="{FF2B5EF4-FFF2-40B4-BE49-F238E27FC236}">
                <a16:creationId xmlns:a16="http://schemas.microsoft.com/office/drawing/2014/main" id="{3B7A7532-530A-AE40-D3BD-209CF0F78AEF}"/>
              </a:ext>
              <a:ext uri="{C183D7F6-B498-43B3-948B-1728B52AA6E4}">
                <adec:decorative xmlns:adec="http://schemas.microsoft.com/office/drawing/2017/decorative" val="1"/>
              </a:ext>
            </a:extLst>
          </p:cNvPr>
          <p:cNvSpPr>
            <a:spLocks noGrp="1" noChangeAspect="1"/>
          </p:cNvSpPr>
          <p:nvPr>
            <p:ph type="pic" sz="quarter" idx="10"/>
          </p:nvPr>
        </p:nvSpPr>
        <p:spPr>
          <a:xfrm>
            <a:off x="6096000" y="0"/>
            <a:ext cx="6095998" cy="6858000"/>
          </a:xfrm>
          <a:custGeom>
            <a:avLst/>
            <a:gdLst>
              <a:gd name="connsiteX0" fmla="*/ 0 w 6095998"/>
              <a:gd name="connsiteY0" fmla="*/ 0 h 6858000"/>
              <a:gd name="connsiteX1" fmla="*/ 4604798 w 6095998"/>
              <a:gd name="connsiteY1" fmla="*/ 0 h 6858000"/>
              <a:gd name="connsiteX2" fmla="*/ 6040210 w 6095998"/>
              <a:gd name="connsiteY2" fmla="*/ 2404182 h 6858000"/>
              <a:gd name="connsiteX3" fmla="*/ 6095998 w 6095998"/>
              <a:gd name="connsiteY3" fmla="*/ 2433130 h 6858000"/>
              <a:gd name="connsiteX4" fmla="*/ 6095998 w 6095998"/>
              <a:gd name="connsiteY4" fmla="*/ 6858000 h 6858000"/>
              <a:gd name="connsiteX5" fmla="*/ 3298262 w 6095998"/>
              <a:gd name="connsiteY5" fmla="*/ 6858000 h 6858000"/>
              <a:gd name="connsiteX6" fmla="*/ 0 w 6095998"/>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5998" h="6858000">
                <a:moveTo>
                  <a:pt x="0" y="0"/>
                </a:moveTo>
                <a:lnTo>
                  <a:pt x="4604798" y="0"/>
                </a:lnTo>
                <a:cubicBezTo>
                  <a:pt x="4699501" y="1143160"/>
                  <a:pt x="5213830" y="1942198"/>
                  <a:pt x="6040210" y="2404182"/>
                </a:cubicBezTo>
                <a:lnTo>
                  <a:pt x="6095998" y="2433130"/>
                </a:lnTo>
                <a:lnTo>
                  <a:pt x="6095998" y="6858000"/>
                </a:lnTo>
                <a:lnTo>
                  <a:pt x="3298262" y="6858000"/>
                </a:lnTo>
                <a:cubicBezTo>
                  <a:pt x="1081632" y="5713889"/>
                  <a:pt x="69568" y="3489492"/>
                  <a:pt x="0" y="0"/>
                </a:cubicBezTo>
                <a:close/>
              </a:path>
            </a:pathLst>
          </a:custGeom>
          <a:solidFill>
            <a:srgbClr val="F2F2F2"/>
          </a:solidFill>
        </p:spPr>
        <p:txBody>
          <a:bodyPr wrap="square" anchor="ctr" anchorCtr="0">
            <a:noAutofit/>
          </a:bodyPr>
          <a:lstStyle>
            <a:lvl1pPr marL="0" indent="0" algn="ctr">
              <a:spcBef>
                <a:spcPts val="0"/>
              </a:spcBef>
              <a:buFontTx/>
              <a:buNone/>
              <a:defRPr sz="1000">
                <a:solidFill>
                  <a:schemeClr val="bg1"/>
                </a:solidFill>
              </a:defRPr>
            </a:lvl1pPr>
          </a:lstStyle>
          <a:p>
            <a:r>
              <a:rPr lang="en-US"/>
              <a:t>Click icon to add picture</a:t>
            </a:r>
          </a:p>
        </p:txBody>
      </p:sp>
      <p:pic>
        <p:nvPicPr>
          <p:cNvPr id="5" name="Picture 4" descr="A white letter on black background&#10;&#10;AI-generated content may be incorrect.">
            <a:extLst>
              <a:ext uri="{FF2B5EF4-FFF2-40B4-BE49-F238E27FC236}">
                <a16:creationId xmlns:a16="http://schemas.microsoft.com/office/drawing/2014/main" id="{08578C54-A97A-A59F-100F-FA1BB64B8251}"/>
              </a:ext>
            </a:extLst>
          </p:cNvPr>
          <p:cNvPicPr>
            <a:picLocks noChangeAspect="1"/>
          </p:cNvPicPr>
          <p:nvPr userDrawn="1"/>
        </p:nvPicPr>
        <p:blipFill>
          <a:blip r:embed="rId2"/>
          <a:stretch>
            <a:fillRect/>
          </a:stretch>
        </p:blipFill>
        <p:spPr>
          <a:xfrm>
            <a:off x="481330" y="6081208"/>
            <a:ext cx="2124305" cy="292160"/>
          </a:xfrm>
          <a:prstGeom prst="rect">
            <a:avLst/>
          </a:prstGeom>
        </p:spPr>
      </p:pic>
    </p:spTree>
    <p:extLst>
      <p:ext uri="{BB962C8B-B14F-4D97-AF65-F5344CB8AC3E}">
        <p14:creationId xmlns:p14="http://schemas.microsoft.com/office/powerpoint/2010/main" val="218889689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688">
          <p15:clr>
            <a:srgbClr val="C35EA4"/>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tle Slide 10">
    <p:bg>
      <p:bgPr>
        <a:gradFill>
          <a:gsLst>
            <a:gs pos="100000">
              <a:srgbClr val="E60177"/>
            </a:gs>
            <a:gs pos="50000">
              <a:srgbClr val="E81245"/>
            </a:gs>
            <a:gs pos="0">
              <a:srgbClr val="BD03F7"/>
            </a:gs>
          </a:gsLst>
          <a:lin ang="19860000" scaled="0"/>
        </a:gra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200E0F8-78E2-9BB1-6926-FD1F124C9D81}"/>
              </a:ext>
            </a:extLst>
          </p:cNvPr>
          <p:cNvSpPr/>
          <p:nvPr userDrawn="1"/>
        </p:nvSpPr>
        <p:spPr>
          <a:xfrm>
            <a:off x="2756950" y="6429829"/>
            <a:ext cx="9435050" cy="428171"/>
          </a:xfrm>
          <a:prstGeom prst="rect">
            <a:avLst/>
          </a:prstGeom>
          <a:gradFill>
            <a:gsLst>
              <a:gs pos="69000">
                <a:srgbClr val="E70E52"/>
              </a:gs>
              <a:gs pos="20000">
                <a:srgbClr val="D90D84">
                  <a:alpha val="70196"/>
                </a:srgbClr>
              </a:gs>
              <a:gs pos="40000">
                <a:srgbClr val="E71248">
                  <a:alpha val="50000"/>
                </a:srgbClr>
              </a:gs>
              <a:gs pos="0">
                <a:srgbClr val="CE09B0"/>
              </a:gs>
              <a:gs pos="100000">
                <a:srgbClr val="E7095F"/>
              </a:gs>
            </a:gsLst>
            <a:lin ang="19860000" scaled="0"/>
          </a:gra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5367528" cy="2944368"/>
          </a:xfrm>
        </p:spPr>
        <p:txBody>
          <a:bodyPr anchor="b"/>
          <a:lstStyle>
            <a:lvl1pPr algn="l">
              <a:lnSpc>
                <a:spcPct val="90000"/>
              </a:lnSpc>
              <a:defRPr sz="66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536752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6" name="Picture Placeholder 1">
            <a:extLst>
              <a:ext uri="{FF2B5EF4-FFF2-40B4-BE49-F238E27FC236}">
                <a16:creationId xmlns:a16="http://schemas.microsoft.com/office/drawing/2014/main" id="{5D595160-99B1-A89B-8594-F51B441E17ED}"/>
              </a:ext>
              <a:ext uri="{C183D7F6-B498-43B3-948B-1728B52AA6E4}">
                <adec:decorative xmlns:adec="http://schemas.microsoft.com/office/drawing/2017/decorative" val="1"/>
              </a:ext>
            </a:extLst>
          </p:cNvPr>
          <p:cNvSpPr>
            <a:spLocks noGrp="1" noChangeAspect="1"/>
          </p:cNvSpPr>
          <p:nvPr>
            <p:ph type="pic" sz="quarter" idx="10"/>
          </p:nvPr>
        </p:nvSpPr>
        <p:spPr>
          <a:xfrm>
            <a:off x="4129067" y="0"/>
            <a:ext cx="8062934" cy="6858000"/>
          </a:xfrm>
          <a:custGeom>
            <a:avLst/>
            <a:gdLst>
              <a:gd name="connsiteX0" fmla="*/ 2974923 w 8062934"/>
              <a:gd name="connsiteY0" fmla="*/ 0 h 6858000"/>
              <a:gd name="connsiteX1" fmla="*/ 8062934 w 8062934"/>
              <a:gd name="connsiteY1" fmla="*/ 0 h 6858000"/>
              <a:gd name="connsiteX2" fmla="*/ 8062934 w 8062934"/>
              <a:gd name="connsiteY2" fmla="*/ 2506177 h 6858000"/>
              <a:gd name="connsiteX3" fmla="*/ 6634525 w 8062934"/>
              <a:gd name="connsiteY3" fmla="*/ 6858000 h 6858000"/>
              <a:gd name="connsiteX4" fmla="*/ 0 w 8062934"/>
              <a:gd name="connsiteY4" fmla="*/ 6858000 h 6858000"/>
              <a:gd name="connsiteX5" fmla="*/ 3005247 w 8062934"/>
              <a:gd name="connsiteY5" fmla="*/ 681322 h 6858000"/>
              <a:gd name="connsiteX6" fmla="*/ 2974923 w 8062934"/>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062934" h="6858000">
                <a:moveTo>
                  <a:pt x="2974923" y="0"/>
                </a:moveTo>
                <a:lnTo>
                  <a:pt x="8062934" y="0"/>
                </a:lnTo>
                <a:lnTo>
                  <a:pt x="8062934" y="2506177"/>
                </a:lnTo>
                <a:cubicBezTo>
                  <a:pt x="7844283" y="4060742"/>
                  <a:pt x="7351123" y="5527344"/>
                  <a:pt x="6634525" y="6858000"/>
                </a:cubicBezTo>
                <a:lnTo>
                  <a:pt x="0" y="6858000"/>
                </a:lnTo>
                <a:cubicBezTo>
                  <a:pt x="1827407" y="5420187"/>
                  <a:pt x="3005247" y="3185899"/>
                  <a:pt x="3005247" y="681322"/>
                </a:cubicBezTo>
                <a:cubicBezTo>
                  <a:pt x="3005247" y="451016"/>
                  <a:pt x="2994075" y="223909"/>
                  <a:pt x="2974923" y="0"/>
                </a:cubicBezTo>
                <a:close/>
              </a:path>
            </a:pathLst>
          </a:custGeom>
          <a:solidFill>
            <a:srgbClr val="F2F2F2"/>
          </a:solidFill>
        </p:spPr>
        <p:txBody>
          <a:bodyPr wrap="square" anchor="ctr" anchorCtr="0">
            <a:noAutofit/>
          </a:bodyPr>
          <a:lstStyle>
            <a:lvl1pPr marL="0" indent="0" algn="ctr">
              <a:spcBef>
                <a:spcPts val="0"/>
              </a:spcBef>
              <a:buFontTx/>
              <a:buNone/>
              <a:defRPr sz="1000">
                <a:solidFill>
                  <a:schemeClr val="bg1"/>
                </a:solidFill>
              </a:defRPr>
            </a:lvl1pPr>
          </a:lstStyle>
          <a:p>
            <a:r>
              <a:rPr lang="en-US"/>
              <a:t>Click icon to add picture</a:t>
            </a:r>
          </a:p>
        </p:txBody>
      </p:sp>
      <p:pic>
        <p:nvPicPr>
          <p:cNvPr id="5" name="Picture 4" descr="A white letter on black background&#10;&#10;AI-generated content may be incorrect.">
            <a:extLst>
              <a:ext uri="{FF2B5EF4-FFF2-40B4-BE49-F238E27FC236}">
                <a16:creationId xmlns:a16="http://schemas.microsoft.com/office/drawing/2014/main" id="{CFD3736C-471D-A96D-E313-FE827167BD93}"/>
              </a:ext>
            </a:extLst>
          </p:cNvPr>
          <p:cNvPicPr>
            <a:picLocks noChangeAspect="1"/>
          </p:cNvPicPr>
          <p:nvPr userDrawn="1"/>
        </p:nvPicPr>
        <p:blipFill>
          <a:blip r:embed="rId2"/>
          <a:stretch>
            <a:fillRect/>
          </a:stretch>
        </p:blipFill>
        <p:spPr>
          <a:xfrm>
            <a:off x="481330" y="6081208"/>
            <a:ext cx="2124305" cy="292160"/>
          </a:xfrm>
          <a:prstGeom prst="rect">
            <a:avLst/>
          </a:prstGeom>
        </p:spPr>
      </p:pic>
    </p:spTree>
    <p:extLst>
      <p:ext uri="{BB962C8B-B14F-4D97-AF65-F5344CB8AC3E}">
        <p14:creationId xmlns:p14="http://schemas.microsoft.com/office/powerpoint/2010/main" val="53866523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688">
          <p15:clr>
            <a:srgbClr val="C35EA4"/>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Slide 11">
    <p:bg>
      <p:bgPr>
        <a:gradFill>
          <a:gsLst>
            <a:gs pos="0">
              <a:srgbClr val="01AB01"/>
            </a:gs>
            <a:gs pos="50000">
              <a:srgbClr val="0068FF"/>
            </a:gs>
            <a:gs pos="100000">
              <a:srgbClr val="3539F4"/>
            </a:gs>
          </a:gsLst>
          <a:lin ang="3600000" scaled="0"/>
        </a:gradFill>
        <a:effectLst/>
      </p:bgPr>
    </p:bg>
    <p:spTree>
      <p:nvGrpSpPr>
        <p:cNvPr id="1" name=""/>
        <p:cNvGrpSpPr/>
        <p:nvPr/>
      </p:nvGrpSpPr>
      <p:grpSpPr>
        <a:xfrm>
          <a:off x="0" y="0"/>
          <a:ext cx="0" cy="0"/>
          <a:chOff x="0" y="0"/>
          <a:chExt cx="0" cy="0"/>
        </a:xfrm>
      </p:grpSpPr>
      <p:sp>
        <p:nvSpPr>
          <p:cNvPr id="6" name="Picture Placeholder 1">
            <a:extLst>
              <a:ext uri="{FF2B5EF4-FFF2-40B4-BE49-F238E27FC236}">
                <a16:creationId xmlns:a16="http://schemas.microsoft.com/office/drawing/2014/main" id="{D1DA3984-0649-EF6B-93D6-4362C78F3990}"/>
              </a:ext>
              <a:ext uri="{C183D7F6-B498-43B3-948B-1728B52AA6E4}">
                <adec:decorative xmlns:adec="http://schemas.microsoft.com/office/drawing/2017/decorative" val="1"/>
              </a:ext>
            </a:extLst>
          </p:cNvPr>
          <p:cNvSpPr>
            <a:spLocks noGrp="1" noChangeAspect="1"/>
          </p:cNvSpPr>
          <p:nvPr>
            <p:ph type="pic" sz="quarter" idx="10"/>
          </p:nvPr>
        </p:nvSpPr>
        <p:spPr>
          <a:xfrm>
            <a:off x="2110255" y="1"/>
            <a:ext cx="10081745" cy="6857999"/>
          </a:xfrm>
          <a:custGeom>
            <a:avLst/>
            <a:gdLst>
              <a:gd name="connsiteX0" fmla="*/ 0 w 10081744"/>
              <a:gd name="connsiteY0" fmla="*/ 0 h 6857999"/>
              <a:gd name="connsiteX1" fmla="*/ 8559051 w 10081744"/>
              <a:gd name="connsiteY1" fmla="*/ 0 h 6857999"/>
              <a:gd name="connsiteX2" fmla="*/ 8851903 w 10081744"/>
              <a:gd name="connsiteY2" fmla="*/ 558191 h 6857999"/>
              <a:gd name="connsiteX3" fmla="*/ 10081744 w 10081744"/>
              <a:gd name="connsiteY3" fmla="*/ 5231463 h 6857999"/>
              <a:gd name="connsiteX4" fmla="*/ 10081744 w 10081744"/>
              <a:gd name="connsiteY4" fmla="*/ 6857999 h 6857999"/>
              <a:gd name="connsiteX5" fmla="*/ 4871814 w 10081744"/>
              <a:gd name="connsiteY5" fmla="*/ 6857999 h 6857999"/>
              <a:gd name="connsiteX6" fmla="*/ 285207 w 10081744"/>
              <a:gd name="connsiteY6" fmla="*/ 43841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81744" h="6857999">
                <a:moveTo>
                  <a:pt x="0" y="0"/>
                </a:moveTo>
                <a:lnTo>
                  <a:pt x="8559051" y="0"/>
                </a:lnTo>
                <a:lnTo>
                  <a:pt x="8851903" y="558191"/>
                </a:lnTo>
                <a:cubicBezTo>
                  <a:pt x="9500368" y="1893651"/>
                  <a:pt x="9905495" y="3459087"/>
                  <a:pt x="10081744" y="5231463"/>
                </a:cubicBezTo>
                <a:lnTo>
                  <a:pt x="10081744" y="6857999"/>
                </a:lnTo>
                <a:lnTo>
                  <a:pt x="4871814" y="6857999"/>
                </a:lnTo>
                <a:cubicBezTo>
                  <a:pt x="4749469" y="2691750"/>
                  <a:pt x="3189110" y="549532"/>
                  <a:pt x="285207" y="43841"/>
                </a:cubicBezTo>
                <a:close/>
              </a:path>
            </a:pathLst>
          </a:custGeom>
          <a:solidFill>
            <a:srgbClr val="F2F2F2"/>
          </a:solidFill>
        </p:spPr>
        <p:txBody>
          <a:bodyPr wrap="square" anchor="ctr" anchorCtr="0">
            <a:noAutofit/>
          </a:bodyPr>
          <a:lstStyle>
            <a:lvl1pPr marL="0" indent="0" algn="ctr">
              <a:spcBef>
                <a:spcPts val="0"/>
              </a:spcBef>
              <a:buFontTx/>
              <a:buNone/>
              <a:defRPr sz="1000">
                <a:solidFill>
                  <a:schemeClr val="bg1"/>
                </a:solidFill>
              </a:defRPr>
            </a:lvl1pPr>
          </a:lstStyle>
          <a:p>
            <a:r>
              <a:rPr lang="en-US"/>
              <a:t>Click icon to add picture</a:t>
            </a:r>
          </a:p>
        </p:txBody>
      </p:sp>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5367528" cy="2944368"/>
          </a:xfrm>
        </p:spPr>
        <p:txBody>
          <a:bodyPr anchor="b"/>
          <a:lstStyle>
            <a:lvl1pPr algn="l">
              <a:lnSpc>
                <a:spcPct val="90000"/>
              </a:lnSpc>
              <a:defRPr sz="54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536752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pic>
        <p:nvPicPr>
          <p:cNvPr id="5" name="Picture 4" descr="A white letter on black background&#10;&#10;AI-generated content may be incorrect.">
            <a:extLst>
              <a:ext uri="{FF2B5EF4-FFF2-40B4-BE49-F238E27FC236}">
                <a16:creationId xmlns:a16="http://schemas.microsoft.com/office/drawing/2014/main" id="{E5B283E8-13E4-CE0E-98BA-967E0DE782C0}"/>
              </a:ext>
            </a:extLst>
          </p:cNvPr>
          <p:cNvPicPr>
            <a:picLocks noChangeAspect="1"/>
          </p:cNvPicPr>
          <p:nvPr userDrawn="1"/>
        </p:nvPicPr>
        <p:blipFill>
          <a:blip r:embed="rId2"/>
          <a:stretch>
            <a:fillRect/>
          </a:stretch>
        </p:blipFill>
        <p:spPr>
          <a:xfrm>
            <a:off x="481330" y="6081208"/>
            <a:ext cx="2124305" cy="292160"/>
          </a:xfrm>
          <a:prstGeom prst="rect">
            <a:avLst/>
          </a:prstGeom>
        </p:spPr>
      </p:pic>
    </p:spTree>
    <p:extLst>
      <p:ext uri="{BB962C8B-B14F-4D97-AF65-F5344CB8AC3E}">
        <p14:creationId xmlns:p14="http://schemas.microsoft.com/office/powerpoint/2010/main" val="338329145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688">
          <p15:clr>
            <a:srgbClr val="C35EA4"/>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itle Slide 12 - Tagline">
    <p:bg>
      <p:bgPr>
        <a:gradFill>
          <a:gsLst>
            <a:gs pos="0">
              <a:srgbClr val="0068FF"/>
            </a:gs>
            <a:gs pos="40000">
              <a:srgbClr val="000000"/>
            </a:gs>
            <a:gs pos="100000">
              <a:srgbClr val="4F5A6C"/>
            </a:gs>
          </a:gsLst>
          <a:lin ang="19860000" scaled="0"/>
        </a:gra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8A53DC1-6337-429E-77CC-E9E5416EA5B5}"/>
              </a:ext>
            </a:extLst>
          </p:cNvPr>
          <p:cNvSpPr>
            <a:spLocks noGrp="1" noRot="1" noMove="1" noResize="1" noEditPoints="1" noAdjustHandles="1" noChangeArrowheads="1" noChangeShapeType="1"/>
          </p:cNvSpPr>
          <p:nvPr userDrawn="1"/>
        </p:nvSpPr>
        <p:spPr>
          <a:xfrm>
            <a:off x="6858000" y="6429829"/>
            <a:ext cx="5334000" cy="428171"/>
          </a:xfrm>
          <a:prstGeom prst="rect">
            <a:avLst/>
          </a:prstGeom>
          <a:gradFill>
            <a:gsLst>
              <a:gs pos="68000">
                <a:srgbClr val="242931"/>
              </a:gs>
              <a:gs pos="0">
                <a:srgbClr val="000F24">
                  <a:alpha val="35000"/>
                </a:srgbClr>
              </a:gs>
              <a:gs pos="100000">
                <a:srgbClr val="313843"/>
              </a:gs>
            </a:gsLst>
            <a:lin ang="19860000" scaled="0"/>
          </a:gra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8" name="Picture Placeholder 1">
            <a:extLst>
              <a:ext uri="{FF2B5EF4-FFF2-40B4-BE49-F238E27FC236}">
                <a16:creationId xmlns:a16="http://schemas.microsoft.com/office/drawing/2014/main" id="{FD11DAF6-BD41-A48B-811D-A1C1CBA6EAB1}"/>
              </a:ext>
              <a:ext uri="{C183D7F6-B498-43B3-948B-1728B52AA6E4}">
                <adec:decorative xmlns:adec="http://schemas.microsoft.com/office/drawing/2017/decorative" val="1"/>
              </a:ext>
            </a:extLst>
          </p:cNvPr>
          <p:cNvSpPr>
            <a:spLocks noGrp="1" noChangeAspect="1"/>
          </p:cNvSpPr>
          <p:nvPr>
            <p:ph type="pic" sz="quarter" idx="10"/>
          </p:nvPr>
        </p:nvSpPr>
        <p:spPr>
          <a:xfrm>
            <a:off x="4165094" y="0"/>
            <a:ext cx="8026906" cy="6858000"/>
          </a:xfrm>
          <a:custGeom>
            <a:avLst/>
            <a:gdLst>
              <a:gd name="connsiteX0" fmla="*/ 6026013 w 8026904"/>
              <a:gd name="connsiteY0" fmla="*/ 0 h 6857998"/>
              <a:gd name="connsiteX1" fmla="*/ 8026904 w 8026904"/>
              <a:gd name="connsiteY1" fmla="*/ 0 h 6857998"/>
              <a:gd name="connsiteX2" fmla="*/ 8026904 w 8026904"/>
              <a:gd name="connsiteY2" fmla="*/ 5193867 h 6857998"/>
              <a:gd name="connsiteX3" fmla="*/ 6050869 w 8026904"/>
              <a:gd name="connsiteY3" fmla="*/ 6565084 h 6857998"/>
              <a:gd name="connsiteX4" fmla="*/ 5860742 w 8026904"/>
              <a:gd name="connsiteY4" fmla="*/ 6857998 h 6857998"/>
              <a:gd name="connsiteX5" fmla="*/ 0 w 8026904"/>
              <a:gd name="connsiteY5" fmla="*/ 6857998 h 6857998"/>
              <a:gd name="connsiteX6" fmla="*/ 101434 w 8026904"/>
              <a:gd name="connsiteY6" fmla="*/ 6409967 h 6857998"/>
              <a:gd name="connsiteX7" fmla="*/ 542017 w 8026904"/>
              <a:gd name="connsiteY7" fmla="*/ 5099087 h 6857998"/>
              <a:gd name="connsiteX8" fmla="*/ 2500042 w 8026904"/>
              <a:gd name="connsiteY8" fmla="*/ 2194236 h 6857998"/>
              <a:gd name="connsiteX9" fmla="*/ 5405407 w 8026904"/>
              <a:gd name="connsiteY9" fmla="*/ 236236 h 6857998"/>
              <a:gd name="connsiteX10" fmla="*/ 6026013 w 8026904"/>
              <a:gd name="connsiteY10" fmla="*/ 0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026904" h="6857998">
                <a:moveTo>
                  <a:pt x="6026013" y="0"/>
                </a:moveTo>
                <a:lnTo>
                  <a:pt x="8026904" y="0"/>
                </a:lnTo>
                <a:lnTo>
                  <a:pt x="8026904" y="5193867"/>
                </a:lnTo>
                <a:cubicBezTo>
                  <a:pt x="7220904" y="5412243"/>
                  <a:pt x="6526488" y="5904839"/>
                  <a:pt x="6050869" y="6565084"/>
                </a:cubicBezTo>
                <a:lnTo>
                  <a:pt x="5860742" y="6857998"/>
                </a:lnTo>
                <a:lnTo>
                  <a:pt x="0" y="6857998"/>
                </a:lnTo>
                <a:lnTo>
                  <a:pt x="101434" y="6409967"/>
                </a:lnTo>
                <a:cubicBezTo>
                  <a:pt x="214270" y="5964434"/>
                  <a:pt x="361265" y="5526670"/>
                  <a:pt x="542017" y="5099087"/>
                </a:cubicBezTo>
                <a:cubicBezTo>
                  <a:pt x="1002588" y="4010304"/>
                  <a:pt x="1661773" y="3032971"/>
                  <a:pt x="2500042" y="2194236"/>
                </a:cubicBezTo>
                <a:cubicBezTo>
                  <a:pt x="3338788" y="1355502"/>
                  <a:pt x="4316134" y="696802"/>
                  <a:pt x="5405407" y="236236"/>
                </a:cubicBezTo>
                <a:cubicBezTo>
                  <a:pt x="5609736" y="149553"/>
                  <a:pt x="5816922" y="70966"/>
                  <a:pt x="6026013" y="0"/>
                </a:cubicBezTo>
                <a:close/>
              </a:path>
            </a:pathLst>
          </a:custGeom>
          <a:solidFill>
            <a:srgbClr val="F2F2F2"/>
          </a:solidFill>
        </p:spPr>
        <p:txBody>
          <a:bodyPr wrap="square" anchor="ctr" anchorCtr="0">
            <a:noAutofit/>
          </a:bodyPr>
          <a:lstStyle>
            <a:lvl1pPr marL="0" indent="0" algn="ctr">
              <a:spcBef>
                <a:spcPts val="0"/>
              </a:spcBef>
              <a:buFontTx/>
              <a:buNone/>
              <a:defRPr sz="1000">
                <a:solidFill>
                  <a:schemeClr val="bg1"/>
                </a:solidFill>
              </a:defRPr>
            </a:lvl1pPr>
          </a:lstStyle>
          <a:p>
            <a:r>
              <a:rPr lang="en-US"/>
              <a:t>Click icon to add picture</a:t>
            </a:r>
          </a:p>
        </p:txBody>
      </p:sp>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5367528" cy="2944368"/>
          </a:xfrm>
        </p:spPr>
        <p:txBody>
          <a:bodyPr anchor="b"/>
          <a:lstStyle>
            <a:lvl1pPr algn="l">
              <a:lnSpc>
                <a:spcPct val="90000"/>
              </a:lnSpc>
              <a:defRPr sz="54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536752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pic>
        <p:nvPicPr>
          <p:cNvPr id="7" name="Picture 6" descr="A white letter on black background&#10;&#10;AI-generated content may be incorrect.">
            <a:extLst>
              <a:ext uri="{FF2B5EF4-FFF2-40B4-BE49-F238E27FC236}">
                <a16:creationId xmlns:a16="http://schemas.microsoft.com/office/drawing/2014/main" id="{C01C6447-BD58-3B23-2F9B-08528BCB5715}"/>
              </a:ext>
            </a:extLst>
          </p:cNvPr>
          <p:cNvPicPr>
            <a:picLocks noChangeAspect="1"/>
          </p:cNvPicPr>
          <p:nvPr userDrawn="1"/>
        </p:nvPicPr>
        <p:blipFill>
          <a:blip r:embed="rId2"/>
          <a:stretch>
            <a:fillRect/>
          </a:stretch>
        </p:blipFill>
        <p:spPr>
          <a:xfrm>
            <a:off x="481330" y="6081208"/>
            <a:ext cx="2124305" cy="292160"/>
          </a:xfrm>
          <a:prstGeom prst="rect">
            <a:avLst/>
          </a:prstGeom>
        </p:spPr>
      </p:pic>
    </p:spTree>
    <p:extLst>
      <p:ext uri="{BB962C8B-B14F-4D97-AF65-F5344CB8AC3E}">
        <p14:creationId xmlns:p14="http://schemas.microsoft.com/office/powerpoint/2010/main" val="375144070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688">
          <p15:clr>
            <a:srgbClr val="C35EA4"/>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itle Slide 13 - Tagline">
    <p:bg>
      <p:bgPr>
        <a:gradFill>
          <a:gsLst>
            <a:gs pos="0">
              <a:srgbClr val="BD03F7"/>
            </a:gs>
            <a:gs pos="25000">
              <a:srgbClr val="000000"/>
            </a:gs>
            <a:gs pos="75000">
              <a:srgbClr val="4F5A6C"/>
            </a:gs>
          </a:gsLst>
          <a:lin ang="1842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5367528" cy="2944368"/>
          </a:xfrm>
        </p:spPr>
        <p:txBody>
          <a:bodyPr anchor="b"/>
          <a:lstStyle>
            <a:lvl1pPr algn="l">
              <a:lnSpc>
                <a:spcPct val="90000"/>
              </a:lnSpc>
              <a:defRPr sz="66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536752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8" name="Picture Placeholder 1">
            <a:extLst>
              <a:ext uri="{FF2B5EF4-FFF2-40B4-BE49-F238E27FC236}">
                <a16:creationId xmlns:a16="http://schemas.microsoft.com/office/drawing/2014/main" id="{3B62A672-3C49-9CD1-DF1A-D03BF9427383}"/>
              </a:ext>
              <a:ext uri="{C183D7F6-B498-43B3-948B-1728B52AA6E4}">
                <adec:decorative xmlns:adec="http://schemas.microsoft.com/office/drawing/2017/decorative" val="1"/>
              </a:ext>
            </a:extLst>
          </p:cNvPr>
          <p:cNvSpPr>
            <a:spLocks noGrp="1"/>
          </p:cNvSpPr>
          <p:nvPr>
            <p:ph type="pic" sz="quarter" idx="11"/>
          </p:nvPr>
        </p:nvSpPr>
        <p:spPr>
          <a:xfrm>
            <a:off x="6096000" y="0"/>
            <a:ext cx="6096000" cy="6857998"/>
          </a:xfrm>
          <a:custGeom>
            <a:avLst/>
            <a:gdLst>
              <a:gd name="connsiteX0" fmla="*/ 0 w 6096000"/>
              <a:gd name="connsiteY0" fmla="*/ 0 h 6857998"/>
              <a:gd name="connsiteX1" fmla="*/ 6096000 w 6096000"/>
              <a:gd name="connsiteY1" fmla="*/ 0 h 6857998"/>
              <a:gd name="connsiteX2" fmla="*/ 6096000 w 6096000"/>
              <a:gd name="connsiteY2" fmla="*/ 6857998 h 6857998"/>
              <a:gd name="connsiteX3" fmla="*/ 1691605 w 6096000"/>
              <a:gd name="connsiteY3" fmla="*/ 6857998 h 6857998"/>
              <a:gd name="connsiteX4" fmla="*/ 1414253 w 6096000"/>
              <a:gd name="connsiteY4" fmla="*/ 6444450 h 6857998"/>
              <a:gd name="connsiteX5" fmla="*/ 720554 w 6096000"/>
              <a:gd name="connsiteY5" fmla="*/ 5117662 h 6857998"/>
              <a:gd name="connsiteX6" fmla="*/ 0 w 6096000"/>
              <a:gd name="connsiteY6" fmla="*/ 1552498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6000" h="6857998">
                <a:moveTo>
                  <a:pt x="0" y="0"/>
                </a:moveTo>
                <a:lnTo>
                  <a:pt x="6096000" y="0"/>
                </a:lnTo>
                <a:lnTo>
                  <a:pt x="6096000" y="6857998"/>
                </a:lnTo>
                <a:lnTo>
                  <a:pt x="1691605" y="6857998"/>
                </a:lnTo>
                <a:lnTo>
                  <a:pt x="1414253" y="6444450"/>
                </a:lnTo>
                <a:cubicBezTo>
                  <a:pt x="1148218" y="6023616"/>
                  <a:pt x="916349" y="5581035"/>
                  <a:pt x="720554" y="5117662"/>
                </a:cubicBezTo>
                <a:cubicBezTo>
                  <a:pt x="242197" y="3986858"/>
                  <a:pt x="0" y="2787406"/>
                  <a:pt x="0" y="1552498"/>
                </a:cubicBezTo>
                <a:close/>
              </a:path>
            </a:pathLst>
          </a:custGeom>
          <a:solidFill>
            <a:srgbClr val="F2F2F2"/>
          </a:solidFill>
        </p:spPr>
        <p:txBody>
          <a:bodyPr wrap="square" anchor="ctr" anchorCtr="0">
            <a:noAutofit/>
          </a:bodyPr>
          <a:lstStyle>
            <a:lvl1pPr marL="0" indent="0" algn="ctr">
              <a:spcBef>
                <a:spcPts val="0"/>
              </a:spcBef>
              <a:buFontTx/>
              <a:buNone/>
              <a:defRPr sz="1000">
                <a:solidFill>
                  <a:schemeClr val="bg1"/>
                </a:solidFill>
              </a:defRPr>
            </a:lvl1pPr>
          </a:lstStyle>
          <a:p>
            <a:r>
              <a:rPr lang="en-US"/>
              <a:t>Click icon to add picture</a:t>
            </a:r>
          </a:p>
        </p:txBody>
      </p:sp>
      <p:pic>
        <p:nvPicPr>
          <p:cNvPr id="5" name="Picture 4" descr="A white letter on black background&#10;&#10;AI-generated content may be incorrect.">
            <a:extLst>
              <a:ext uri="{FF2B5EF4-FFF2-40B4-BE49-F238E27FC236}">
                <a16:creationId xmlns:a16="http://schemas.microsoft.com/office/drawing/2014/main" id="{64E66135-2F33-3466-25F4-421E1DAED13B}"/>
              </a:ext>
            </a:extLst>
          </p:cNvPr>
          <p:cNvPicPr>
            <a:picLocks noChangeAspect="1"/>
          </p:cNvPicPr>
          <p:nvPr userDrawn="1"/>
        </p:nvPicPr>
        <p:blipFill>
          <a:blip r:embed="rId2"/>
          <a:stretch>
            <a:fillRect/>
          </a:stretch>
        </p:blipFill>
        <p:spPr>
          <a:xfrm>
            <a:off x="481330" y="6081208"/>
            <a:ext cx="2124305" cy="292160"/>
          </a:xfrm>
          <a:prstGeom prst="rect">
            <a:avLst/>
          </a:prstGeom>
        </p:spPr>
      </p:pic>
    </p:spTree>
    <p:extLst>
      <p:ext uri="{BB962C8B-B14F-4D97-AF65-F5344CB8AC3E}">
        <p14:creationId xmlns:p14="http://schemas.microsoft.com/office/powerpoint/2010/main" val="77663027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688">
          <p15:clr>
            <a:srgbClr val="C35EA4"/>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 Slide 14">
    <p:bg>
      <p:bgPr>
        <a:gradFill>
          <a:gsLst>
            <a:gs pos="100000">
              <a:srgbClr val="FDD501"/>
            </a:gs>
            <a:gs pos="1000">
              <a:srgbClr val="E60177"/>
            </a:gs>
          </a:gsLst>
          <a:lin ang="1986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1" y="1662384"/>
            <a:ext cx="5367507" cy="2649929"/>
          </a:xfrm>
        </p:spPr>
        <p:txBody>
          <a:bodyPr anchor="b"/>
          <a:lstStyle>
            <a:lvl1pPr algn="l">
              <a:lnSpc>
                <a:spcPct val="90000"/>
              </a:lnSpc>
              <a:defRPr sz="54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1" y="4606750"/>
            <a:ext cx="5367507"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6" name="Picture Placeholder 1">
            <a:extLst>
              <a:ext uri="{FF2B5EF4-FFF2-40B4-BE49-F238E27FC236}">
                <a16:creationId xmlns:a16="http://schemas.microsoft.com/office/drawing/2014/main" id="{8C7E6489-8994-5B82-C352-B6CEFB1B5EF8}"/>
              </a:ext>
              <a:ext uri="{C183D7F6-B498-43B3-948B-1728B52AA6E4}">
                <adec:decorative xmlns:adec="http://schemas.microsoft.com/office/drawing/2017/decorative" val="1"/>
              </a:ext>
            </a:extLst>
          </p:cNvPr>
          <p:cNvSpPr>
            <a:spLocks noGrp="1"/>
          </p:cNvSpPr>
          <p:nvPr>
            <p:ph type="pic" sz="quarter" idx="11"/>
          </p:nvPr>
        </p:nvSpPr>
        <p:spPr>
          <a:xfrm>
            <a:off x="6096000" y="0"/>
            <a:ext cx="6096000" cy="6857998"/>
          </a:xfrm>
          <a:custGeom>
            <a:avLst/>
            <a:gdLst>
              <a:gd name="connsiteX0" fmla="*/ 0 w 6096000"/>
              <a:gd name="connsiteY0" fmla="*/ 0 h 6857998"/>
              <a:gd name="connsiteX1" fmla="*/ 6096000 w 6096000"/>
              <a:gd name="connsiteY1" fmla="*/ 0 h 6857998"/>
              <a:gd name="connsiteX2" fmla="*/ 6096000 w 6096000"/>
              <a:gd name="connsiteY2" fmla="*/ 6857998 h 6857998"/>
              <a:gd name="connsiteX3" fmla="*/ 1691605 w 6096000"/>
              <a:gd name="connsiteY3" fmla="*/ 6857998 h 6857998"/>
              <a:gd name="connsiteX4" fmla="*/ 1414253 w 6096000"/>
              <a:gd name="connsiteY4" fmla="*/ 6444450 h 6857998"/>
              <a:gd name="connsiteX5" fmla="*/ 720554 w 6096000"/>
              <a:gd name="connsiteY5" fmla="*/ 5117662 h 6857998"/>
              <a:gd name="connsiteX6" fmla="*/ 0 w 6096000"/>
              <a:gd name="connsiteY6" fmla="*/ 1552498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6000" h="6857998">
                <a:moveTo>
                  <a:pt x="0" y="0"/>
                </a:moveTo>
                <a:lnTo>
                  <a:pt x="6096000" y="0"/>
                </a:lnTo>
                <a:lnTo>
                  <a:pt x="6096000" y="6857998"/>
                </a:lnTo>
                <a:lnTo>
                  <a:pt x="1691605" y="6857998"/>
                </a:lnTo>
                <a:lnTo>
                  <a:pt x="1414253" y="6444450"/>
                </a:lnTo>
                <a:cubicBezTo>
                  <a:pt x="1148218" y="6023616"/>
                  <a:pt x="916349" y="5581035"/>
                  <a:pt x="720554" y="5117662"/>
                </a:cubicBezTo>
                <a:cubicBezTo>
                  <a:pt x="242197" y="3986858"/>
                  <a:pt x="0" y="2787406"/>
                  <a:pt x="0" y="1552498"/>
                </a:cubicBezTo>
                <a:close/>
              </a:path>
            </a:pathLst>
          </a:custGeom>
          <a:solidFill>
            <a:srgbClr val="F2F2F2"/>
          </a:solidFill>
        </p:spPr>
        <p:txBody>
          <a:bodyPr wrap="square" anchor="ctr" anchorCtr="0">
            <a:noAutofit/>
          </a:bodyPr>
          <a:lstStyle>
            <a:lvl1pPr marL="0" indent="0" algn="ctr">
              <a:spcBef>
                <a:spcPts val="0"/>
              </a:spcBef>
              <a:buFontTx/>
              <a:buNone/>
              <a:defRPr sz="1000">
                <a:solidFill>
                  <a:schemeClr val="bg1"/>
                </a:solidFill>
              </a:defRPr>
            </a:lvl1pPr>
          </a:lstStyle>
          <a:p>
            <a:r>
              <a:rPr lang="en-US"/>
              <a:t>Click icon to add picture</a:t>
            </a:r>
          </a:p>
        </p:txBody>
      </p:sp>
      <p:pic>
        <p:nvPicPr>
          <p:cNvPr id="5" name="Picture 4" descr="A white letter on black background&#10;&#10;AI-generated content may be incorrect.">
            <a:extLst>
              <a:ext uri="{FF2B5EF4-FFF2-40B4-BE49-F238E27FC236}">
                <a16:creationId xmlns:a16="http://schemas.microsoft.com/office/drawing/2014/main" id="{AC859D47-FFDA-4D4C-450F-BC1531A5F6D1}"/>
              </a:ext>
            </a:extLst>
          </p:cNvPr>
          <p:cNvPicPr>
            <a:picLocks noChangeAspect="1"/>
          </p:cNvPicPr>
          <p:nvPr userDrawn="1"/>
        </p:nvPicPr>
        <p:blipFill>
          <a:blip r:embed="rId2"/>
          <a:stretch>
            <a:fillRect/>
          </a:stretch>
        </p:blipFill>
        <p:spPr>
          <a:xfrm>
            <a:off x="481330" y="6081208"/>
            <a:ext cx="2124305" cy="292160"/>
          </a:xfrm>
          <a:prstGeom prst="rect">
            <a:avLst/>
          </a:prstGeom>
        </p:spPr>
      </p:pic>
    </p:spTree>
    <p:extLst>
      <p:ext uri="{BB962C8B-B14F-4D97-AF65-F5344CB8AC3E}">
        <p14:creationId xmlns:p14="http://schemas.microsoft.com/office/powerpoint/2010/main" val="104565689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688">
          <p15:clr>
            <a:srgbClr val="C35EA4"/>
          </p15:clr>
        </p15:guide>
        <p15:guide id="4" orient="horz" pos="808">
          <p15:clr>
            <a:srgbClr val="A4A3A4"/>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itle Slide 15">
    <p:bg>
      <p:bgPr>
        <a:gradFill>
          <a:gsLst>
            <a:gs pos="0">
              <a:srgbClr val="BD03F7"/>
            </a:gs>
            <a:gs pos="50000">
              <a:srgbClr val="3539F4"/>
            </a:gs>
            <a:gs pos="100000">
              <a:srgbClr val="0068FF"/>
            </a:gs>
          </a:gsLst>
          <a:lin ang="360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1662384"/>
            <a:ext cx="5367528" cy="2649929"/>
          </a:xfrm>
        </p:spPr>
        <p:txBody>
          <a:bodyPr anchor="b"/>
          <a:lstStyle>
            <a:lvl1pPr algn="l">
              <a:lnSpc>
                <a:spcPct val="90000"/>
              </a:lnSpc>
              <a:defRPr sz="54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4606750"/>
            <a:ext cx="536752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5" name="Picture Placeholder 1">
            <a:extLst>
              <a:ext uri="{FF2B5EF4-FFF2-40B4-BE49-F238E27FC236}">
                <a16:creationId xmlns:a16="http://schemas.microsoft.com/office/drawing/2014/main" id="{0ABF8673-84C0-EF57-C8E2-AB6E6ABA3C85}"/>
              </a:ext>
              <a:ext uri="{C183D7F6-B498-43B3-948B-1728B52AA6E4}">
                <adec:decorative xmlns:adec="http://schemas.microsoft.com/office/drawing/2017/decorative" val="1"/>
              </a:ext>
            </a:extLst>
          </p:cNvPr>
          <p:cNvSpPr>
            <a:spLocks noGrp="1" noChangeAspect="1"/>
          </p:cNvSpPr>
          <p:nvPr>
            <p:ph type="pic" sz="quarter" idx="10"/>
          </p:nvPr>
        </p:nvSpPr>
        <p:spPr>
          <a:xfrm>
            <a:off x="6096000" y="0"/>
            <a:ext cx="6095998" cy="6858000"/>
          </a:xfrm>
          <a:custGeom>
            <a:avLst/>
            <a:gdLst>
              <a:gd name="connsiteX0" fmla="*/ 0 w 6095998"/>
              <a:gd name="connsiteY0" fmla="*/ 0 h 6858000"/>
              <a:gd name="connsiteX1" fmla="*/ 4604798 w 6095998"/>
              <a:gd name="connsiteY1" fmla="*/ 0 h 6858000"/>
              <a:gd name="connsiteX2" fmla="*/ 6040210 w 6095998"/>
              <a:gd name="connsiteY2" fmla="*/ 2404182 h 6858000"/>
              <a:gd name="connsiteX3" fmla="*/ 6095998 w 6095998"/>
              <a:gd name="connsiteY3" fmla="*/ 2433130 h 6858000"/>
              <a:gd name="connsiteX4" fmla="*/ 6095998 w 6095998"/>
              <a:gd name="connsiteY4" fmla="*/ 6858000 h 6858000"/>
              <a:gd name="connsiteX5" fmla="*/ 3298262 w 6095998"/>
              <a:gd name="connsiteY5" fmla="*/ 6858000 h 6858000"/>
              <a:gd name="connsiteX6" fmla="*/ 0 w 6095998"/>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5998" h="6858000">
                <a:moveTo>
                  <a:pt x="0" y="0"/>
                </a:moveTo>
                <a:lnTo>
                  <a:pt x="4604798" y="0"/>
                </a:lnTo>
                <a:cubicBezTo>
                  <a:pt x="4699501" y="1143160"/>
                  <a:pt x="5213830" y="1942198"/>
                  <a:pt x="6040210" y="2404182"/>
                </a:cubicBezTo>
                <a:lnTo>
                  <a:pt x="6095998" y="2433130"/>
                </a:lnTo>
                <a:lnTo>
                  <a:pt x="6095998" y="6858000"/>
                </a:lnTo>
                <a:lnTo>
                  <a:pt x="3298262" y="6858000"/>
                </a:lnTo>
                <a:cubicBezTo>
                  <a:pt x="1081632" y="5713889"/>
                  <a:pt x="69568" y="3489492"/>
                  <a:pt x="0" y="0"/>
                </a:cubicBezTo>
                <a:close/>
              </a:path>
            </a:pathLst>
          </a:custGeom>
          <a:solidFill>
            <a:srgbClr val="F2F2F2"/>
          </a:solidFill>
        </p:spPr>
        <p:txBody>
          <a:bodyPr wrap="square" anchor="ctr" anchorCtr="0">
            <a:noAutofit/>
          </a:bodyPr>
          <a:lstStyle>
            <a:lvl1pPr marL="0" indent="0" algn="ctr">
              <a:spcBef>
                <a:spcPts val="0"/>
              </a:spcBef>
              <a:buFontTx/>
              <a:buNone/>
              <a:defRPr sz="1000">
                <a:solidFill>
                  <a:schemeClr val="bg1"/>
                </a:solidFill>
              </a:defRPr>
            </a:lvl1pPr>
          </a:lstStyle>
          <a:p>
            <a:r>
              <a:rPr lang="en-US"/>
              <a:t>Click icon to add picture</a:t>
            </a:r>
          </a:p>
        </p:txBody>
      </p:sp>
      <p:pic>
        <p:nvPicPr>
          <p:cNvPr id="6" name="Picture 5" descr="A white letter on black background&#10;&#10;AI-generated content may be incorrect.">
            <a:extLst>
              <a:ext uri="{FF2B5EF4-FFF2-40B4-BE49-F238E27FC236}">
                <a16:creationId xmlns:a16="http://schemas.microsoft.com/office/drawing/2014/main" id="{3A90209C-4160-BD93-E0D9-D294128A903B}"/>
              </a:ext>
            </a:extLst>
          </p:cNvPr>
          <p:cNvPicPr>
            <a:picLocks noChangeAspect="1"/>
          </p:cNvPicPr>
          <p:nvPr userDrawn="1"/>
        </p:nvPicPr>
        <p:blipFill>
          <a:blip r:embed="rId2"/>
          <a:stretch>
            <a:fillRect/>
          </a:stretch>
        </p:blipFill>
        <p:spPr>
          <a:xfrm>
            <a:off x="481330" y="6081208"/>
            <a:ext cx="2124305" cy="292160"/>
          </a:xfrm>
          <a:prstGeom prst="rect">
            <a:avLst/>
          </a:prstGeom>
        </p:spPr>
      </p:pic>
    </p:spTree>
    <p:extLst>
      <p:ext uri="{BB962C8B-B14F-4D97-AF65-F5344CB8AC3E}">
        <p14:creationId xmlns:p14="http://schemas.microsoft.com/office/powerpoint/2010/main" val="336522993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688">
          <p15:clr>
            <a:srgbClr val="C35EA4"/>
          </p15:clr>
        </p15:guide>
        <p15:guide id="5" orient="horz" pos="808">
          <p15:clr>
            <a:srgbClr val="A4A3A4"/>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Micron" descr="Micron">
            <a:extLst>
              <a:ext uri="{FF2B5EF4-FFF2-40B4-BE49-F238E27FC236}">
                <a16:creationId xmlns:a16="http://schemas.microsoft.com/office/drawing/2014/main" id="{2CCDC3B6-7807-A248-F592-2281D445747D}"/>
              </a:ext>
            </a:extLst>
          </p:cNvPr>
          <p:cNvSpPr>
            <a:spLocks noChangeAspect="1" noEditPoints="1"/>
          </p:cNvSpPr>
          <p:nvPr userDrawn="1"/>
        </p:nvSpPr>
        <p:spPr bwMode="black">
          <a:xfrm>
            <a:off x="10497310" y="6530955"/>
            <a:ext cx="704088" cy="152674"/>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Title Placeholder 1">
            <a:extLst>
              <a:ext uri="{FF2B5EF4-FFF2-40B4-BE49-F238E27FC236}">
                <a16:creationId xmlns:a16="http://schemas.microsoft.com/office/drawing/2014/main" id="{36D3E94B-F75A-43E2-84AB-FDF386CCE555}"/>
              </a:ext>
            </a:extLst>
          </p:cNvPr>
          <p:cNvSpPr>
            <a:spLocks noGrp="1"/>
          </p:cNvSpPr>
          <p:nvPr>
            <p:ph type="title"/>
          </p:nvPr>
        </p:nvSpPr>
        <p:spPr>
          <a:xfrm>
            <a:off x="484630" y="484632"/>
            <a:ext cx="11219688" cy="530352"/>
          </a:xfrm>
          <a:prstGeom prst="rect">
            <a:avLst/>
          </a:prstGeom>
          <a:noFill/>
        </p:spPr>
        <p:txBody>
          <a:bodyPr vert="horz" lIns="0" tIns="0" rIns="0" bIns="0" rtlCol="0" anchor="t" anchorCtr="0">
            <a:noAutofit/>
          </a:bodyPr>
          <a:lstStyle/>
          <a:p>
            <a:r>
              <a:rPr lang="en-US" dirty="0"/>
              <a:t>[Slide title]</a:t>
            </a:r>
          </a:p>
        </p:txBody>
      </p:sp>
      <p:sp>
        <p:nvSpPr>
          <p:cNvPr id="3" name="Text Placeholder 2">
            <a:extLst>
              <a:ext uri="{FF2B5EF4-FFF2-40B4-BE49-F238E27FC236}">
                <a16:creationId xmlns:a16="http://schemas.microsoft.com/office/drawing/2014/main" id="{FC54B348-3077-4F00-B031-9D2252B7D36C}"/>
              </a:ext>
            </a:extLst>
          </p:cNvPr>
          <p:cNvSpPr>
            <a:spLocks noGrp="1"/>
          </p:cNvSpPr>
          <p:nvPr>
            <p:ph type="body" idx="1"/>
          </p:nvPr>
        </p:nvSpPr>
        <p:spPr>
          <a:xfrm>
            <a:off x="484630" y="1664208"/>
            <a:ext cx="11219688" cy="4709160"/>
          </a:xfrm>
          <a:prstGeom prst="rect">
            <a:avLst/>
          </a:prstGeom>
        </p:spPr>
        <p:txBody>
          <a:bodyPr vert="horz" lIns="0" tIns="0" rIns="0" bIns="0" spcCol="484632"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2" name="Line">
            <a:extLst>
              <a:ext uri="{FF2B5EF4-FFF2-40B4-BE49-F238E27FC236}">
                <a16:creationId xmlns:a16="http://schemas.microsoft.com/office/drawing/2014/main" id="{2FEDB0E9-33C1-634D-B4A1-F95167FF5C8C}"/>
              </a:ext>
              <a:ext uri="{C183D7F6-B498-43B3-948B-1728B52AA6E4}">
                <adec:decorative xmlns:adec="http://schemas.microsoft.com/office/drawing/2017/decorative" val="1"/>
              </a:ext>
            </a:extLst>
          </p:cNvPr>
          <p:cNvCxnSpPr>
            <a:cxnSpLocks/>
          </p:cNvCxnSpPr>
          <p:nvPr userDrawn="1"/>
        </p:nvCxnSpPr>
        <p:spPr bwMode="black">
          <a:xfrm>
            <a:off x="11384280" y="6501384"/>
            <a:ext cx="0" cy="228600"/>
          </a:xfrm>
          <a:prstGeom prst="line">
            <a:avLst/>
          </a:prstGeom>
          <a:ln w="6350" cap="flat">
            <a:solidFill>
              <a:schemeClr val="tx1"/>
            </a:solidFill>
            <a:miter lim="800000"/>
          </a:ln>
        </p:spPr>
        <p:style>
          <a:lnRef idx="1">
            <a:srgbClr val="6638B5"/>
          </a:lnRef>
          <a:fillRef idx="0">
            <a:srgbClr val="6638B5"/>
          </a:fillRef>
          <a:effectRef idx="0">
            <a:srgbClr val="000000"/>
          </a:effectRef>
          <a:fontRef idx="minor">
            <a:schemeClr val="lt1"/>
          </a:fontRef>
        </p:style>
      </p:cxnSp>
      <p:sp>
        <p:nvSpPr>
          <p:cNvPr id="14" name="Slide Number">
            <a:extLst>
              <a:ext uri="{FF2B5EF4-FFF2-40B4-BE49-F238E27FC236}">
                <a16:creationId xmlns:a16="http://schemas.microsoft.com/office/drawing/2014/main" id="{EA8DD315-CF33-C241-97D4-D478012B5F0C}"/>
              </a:ext>
            </a:extLst>
          </p:cNvPr>
          <p:cNvSpPr txBox="1">
            <a:spLocks/>
          </p:cNvSpPr>
          <p:nvPr userDrawn="1"/>
        </p:nvSpPr>
        <p:spPr>
          <a:xfrm>
            <a:off x="11475718" y="6527044"/>
            <a:ext cx="228600" cy="182880"/>
          </a:xfrm>
          <a:prstGeom prst="rect">
            <a:avLst/>
          </a:prstGeom>
        </p:spPr>
        <p:txBody>
          <a:bodyPr vert="horz" wrap="none" lIns="0" tIns="0" rIns="0" bIns="0" rtlCol="0" anchor="b" anchorCtr="0"/>
          <a:lstStyle>
            <a:defPPr>
              <a:defRPr lang="en-US"/>
            </a:defPPr>
            <a:lvl1pPr marL="0" algn="r" defTabSz="914400" rtl="0" eaLnBrk="1" latinLnBrk="0" hangingPunct="1">
              <a:defRPr lang="en-US" sz="1000" b="0" kern="1200" smtClean="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64D2CC-5576-0F4B-B534-EEBFC94C4859}" type="slidenum">
              <a:rPr lang="en-US" smtClean="0">
                <a:solidFill>
                  <a:schemeClr val="tx1"/>
                </a:solidFill>
              </a:rPr>
              <a:pPr/>
              <a:t>‹#›</a:t>
            </a:fld>
            <a:endParaRPr lang="en-US" dirty="0">
              <a:solidFill>
                <a:schemeClr val="tx1"/>
              </a:solidFill>
            </a:endParaRPr>
          </a:p>
        </p:txBody>
      </p:sp>
      <p:sp>
        <p:nvSpPr>
          <p:cNvPr id="7" name="TextBox 6">
            <a:extLst>
              <a:ext uri="{FF2B5EF4-FFF2-40B4-BE49-F238E27FC236}">
                <a16:creationId xmlns:a16="http://schemas.microsoft.com/office/drawing/2014/main" id="{8D7F64F9-CB88-C3A7-1F87-7943ED5FB395}"/>
              </a:ext>
            </a:extLst>
          </p:cNvPr>
          <p:cNvSpPr txBox="1"/>
          <p:nvPr userDrawn="1">
            <p:extLst>
              <p:ext uri="{1162E1C5-73C7-4A58-AE30-91384D911F3F}">
                <p184:classification xmlns:p184="http://schemas.microsoft.com/office/powerpoint/2018/4/main" val="hdr"/>
              </p:ext>
            </p:extLst>
          </p:nvPr>
        </p:nvSpPr>
        <p:spPr>
          <a:xfrm>
            <a:off x="0" y="44381"/>
            <a:ext cx="1341438" cy="138499"/>
          </a:xfrm>
          <a:prstGeom prst="rect">
            <a:avLst/>
          </a:prstGeom>
        </p:spPr>
        <p:txBody>
          <a:bodyPr horzOverflow="overflow" lIns="0" tIns="0" rIns="0" bIns="0">
            <a:spAutoFit/>
          </a:bodyPr>
          <a:lstStyle/>
          <a:p>
            <a:pPr algn="l"/>
            <a:r>
              <a:rPr lang="en-US" sz="900" dirty="0">
                <a:solidFill>
                  <a:srgbClr val="000000"/>
                </a:solidFill>
                <a:latin typeface="Arial" panose="020B0604020202020204" pitchFamily="34" charset="0"/>
                <a:cs typeface="Arial" panose="020B0604020202020204" pitchFamily="34" charset="0"/>
              </a:rPr>
              <a:t>Micron Confidential</a:t>
            </a:r>
          </a:p>
        </p:txBody>
      </p:sp>
      <p:sp>
        <p:nvSpPr>
          <p:cNvPr id="8" name="TextBox 7">
            <a:extLst>
              <a:ext uri="{FF2B5EF4-FFF2-40B4-BE49-F238E27FC236}">
                <a16:creationId xmlns:a16="http://schemas.microsoft.com/office/drawing/2014/main" id="{E7897922-DE77-44A0-E577-16EDF68E9676}"/>
              </a:ext>
            </a:extLst>
          </p:cNvPr>
          <p:cNvSpPr txBox="1"/>
          <p:nvPr userDrawn="1">
            <p:extLst>
              <p:ext uri="{1162E1C5-73C7-4A58-AE30-91384D911F3F}">
                <p184:classification xmlns:p184="http://schemas.microsoft.com/office/powerpoint/2018/4/main" val="ftr"/>
              </p:ext>
            </p:extLst>
          </p:nvPr>
        </p:nvSpPr>
        <p:spPr>
          <a:xfrm>
            <a:off x="0" y="6675120"/>
            <a:ext cx="1341438" cy="137160"/>
          </a:xfrm>
          <a:prstGeom prst="rect">
            <a:avLst/>
          </a:prstGeom>
        </p:spPr>
        <p:txBody>
          <a:bodyPr horzOverflow="overflow" lIns="0" tIns="0" rIns="0" bIns="0">
            <a:spAutoFit/>
          </a:bodyPr>
          <a:lstStyle/>
          <a:p>
            <a:pPr algn="l"/>
            <a:r>
              <a:rPr lang="en-US" sz="900" dirty="0">
                <a:solidFill>
                  <a:srgbClr val="000000"/>
                </a:solidFill>
                <a:latin typeface="Arial" panose="020B0604020202020204" pitchFamily="34" charset="0"/>
                <a:cs typeface="Arial" panose="020B0604020202020204" pitchFamily="34" charset="0"/>
              </a:rPr>
              <a:t>Micron Confidential</a:t>
            </a:r>
          </a:p>
        </p:txBody>
      </p:sp>
    </p:spTree>
    <p:extLst>
      <p:ext uri="{BB962C8B-B14F-4D97-AF65-F5344CB8AC3E}">
        <p14:creationId xmlns:p14="http://schemas.microsoft.com/office/powerpoint/2010/main" val="1404919433"/>
      </p:ext>
    </p:extLst>
  </p:cSld>
  <p:clrMap bg1="lt1" tx1="dk1" bg2="lt2" tx2="dk2" accent1="accent1" accent2="accent2" accent3="accent3" accent4="accent4" accent5="accent5" accent6="accent6" hlink="hlink" folHlink="folHlink"/>
  <p:sldLayoutIdLst>
    <p:sldLayoutId id="2147483649" r:id="rId1"/>
    <p:sldLayoutId id="2147483670" r:id="rId2"/>
    <p:sldLayoutId id="2147483671" r:id="rId3"/>
    <p:sldLayoutId id="2147483672" r:id="rId4"/>
    <p:sldLayoutId id="2147483753" r:id="rId5"/>
    <p:sldLayoutId id="2147483754" r:id="rId6"/>
    <p:sldLayoutId id="2147483663" r:id="rId7"/>
    <p:sldLayoutId id="2147483709" r:id="rId8"/>
    <p:sldLayoutId id="2147483736" r:id="rId9"/>
    <p:sldLayoutId id="2147483676" r:id="rId10"/>
    <p:sldLayoutId id="2147483677" r:id="rId11"/>
    <p:sldLayoutId id="2147483679" r:id="rId12"/>
    <p:sldLayoutId id="2147483737" r:id="rId13"/>
    <p:sldLayoutId id="2147483740" r:id="rId14"/>
    <p:sldLayoutId id="2147483741" r:id="rId15"/>
    <p:sldLayoutId id="2147483652" r:id="rId16"/>
    <p:sldLayoutId id="2147483658" r:id="rId17"/>
    <p:sldLayoutId id="2147483659" r:id="rId18"/>
    <p:sldLayoutId id="2147483660" r:id="rId19"/>
    <p:sldLayoutId id="2147483661" r:id="rId20"/>
    <p:sldLayoutId id="2147483686" r:id="rId21"/>
    <p:sldLayoutId id="2147483687" r:id="rId22"/>
    <p:sldLayoutId id="2147483725" r:id="rId23"/>
    <p:sldLayoutId id="2147483727" r:id="rId24"/>
    <p:sldLayoutId id="2147483688" r:id="rId25"/>
    <p:sldLayoutId id="2147483682" r:id="rId26"/>
    <p:sldLayoutId id="2147483666" r:id="rId27"/>
    <p:sldLayoutId id="2147483730" r:id="rId28"/>
    <p:sldLayoutId id="2147483662" r:id="rId29"/>
    <p:sldLayoutId id="2147483732" r:id="rId30"/>
    <p:sldLayoutId id="2147483667" r:id="rId31"/>
    <p:sldLayoutId id="2147483733" r:id="rId32"/>
    <p:sldLayoutId id="2147483680" r:id="rId33"/>
    <p:sldLayoutId id="2147483681" r:id="rId34"/>
    <p:sldLayoutId id="2147483654" r:id="rId35"/>
    <p:sldLayoutId id="2147483729" r:id="rId36"/>
    <p:sldLayoutId id="2147483655" r:id="rId37"/>
    <p:sldLayoutId id="2147483752" r:id="rId38"/>
    <p:sldLayoutId id="2147483751" r:id="rId39"/>
    <p:sldLayoutId id="2147483743" r:id="rId40"/>
    <p:sldLayoutId id="2147483744" r:id="rId41"/>
    <p:sldLayoutId id="2147483745" r:id="rId42"/>
    <p:sldLayoutId id="2147483746" r:id="rId43"/>
    <p:sldLayoutId id="2147483755" r:id="rId44"/>
    <p:sldLayoutId id="2147483756" r:id="rId45"/>
    <p:sldLayoutId id="2147483749" r:id="rId46"/>
    <p:sldLayoutId id="2147483750" r:id="rId47"/>
  </p:sldLayoutIdLst>
  <p:hf hdr="0" ftr="0" dt="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182880" indent="-182880" algn="l" defTabSz="914400" rtl="0" eaLnBrk="1" latinLnBrk="0" hangingPunct="1">
        <a:lnSpc>
          <a:spcPct val="100000"/>
        </a:lnSpc>
        <a:spcBef>
          <a:spcPts val="1200"/>
        </a:spcBef>
        <a:buClrTx/>
        <a:buFont typeface="Arial" panose="020B0604020202020204" pitchFamily="34" charset="0"/>
        <a:buChar char="•"/>
        <a:defRPr sz="1800" kern="1200">
          <a:solidFill>
            <a:schemeClr val="tx1"/>
          </a:solidFill>
          <a:latin typeface="+mn-lt"/>
          <a:ea typeface="+mn-ea"/>
          <a:cs typeface="+mn-cs"/>
        </a:defRPr>
      </a:lvl1pPr>
      <a:lvl2pPr marL="365760" indent="-182880" algn="l" defTabSz="914400" rtl="0" eaLnBrk="1" latinLnBrk="0" hangingPunct="1">
        <a:lnSpc>
          <a:spcPct val="100000"/>
        </a:lnSpc>
        <a:spcBef>
          <a:spcPts val="600"/>
        </a:spcBef>
        <a:buClrTx/>
        <a:buFont typeface="Verdana" panose="020B0604030504040204" pitchFamily="34" charset="0"/>
        <a:buChar char="–"/>
        <a:defRPr sz="1800" kern="1200">
          <a:solidFill>
            <a:schemeClr val="tx1"/>
          </a:solidFill>
          <a:latin typeface="+mn-lt"/>
          <a:ea typeface="+mn-ea"/>
          <a:cs typeface="+mn-cs"/>
        </a:defRPr>
      </a:lvl2pPr>
      <a:lvl3pPr marL="548640" indent="-182880" algn="l" defTabSz="914400" rtl="0" eaLnBrk="1" latinLnBrk="0" hangingPunct="1">
        <a:lnSpc>
          <a:spcPct val="100000"/>
        </a:lnSpc>
        <a:spcBef>
          <a:spcPts val="400"/>
        </a:spcBef>
        <a:buClrTx/>
        <a:buFont typeface="Arial" panose="020B0604020202020204" pitchFamily="34" charset="0"/>
        <a:buChar char="-"/>
        <a:defRPr sz="1800" kern="1200">
          <a:solidFill>
            <a:schemeClr val="tx1"/>
          </a:solidFill>
          <a:latin typeface="+mn-lt"/>
          <a:ea typeface="+mn-ea"/>
          <a:cs typeface="+mn-cs"/>
        </a:defRPr>
      </a:lvl3pPr>
      <a:lvl4pPr marL="731520" indent="-182880" algn="l" defTabSz="914400" rtl="0" eaLnBrk="1" latinLnBrk="0" hangingPunct="1">
        <a:lnSpc>
          <a:spcPct val="100000"/>
        </a:lnSpc>
        <a:spcBef>
          <a:spcPts val="200"/>
        </a:spcBef>
        <a:buClrTx/>
        <a:buFont typeface="Arial" panose="020B0604020202020204" pitchFamily="34" charset="0"/>
        <a:buChar char="-"/>
        <a:defRPr sz="1800" kern="1200">
          <a:solidFill>
            <a:schemeClr val="tx1"/>
          </a:solidFill>
          <a:latin typeface="+mn-lt"/>
          <a:ea typeface="+mn-ea"/>
          <a:cs typeface="+mn-cs"/>
        </a:defRPr>
      </a:lvl4pPr>
      <a:lvl5pPr marL="91440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5pPr>
      <a:lvl6pPr marL="109728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6pPr>
      <a:lvl7pPr marL="128016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7pPr>
      <a:lvl8pPr marL="146304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8pPr>
      <a:lvl9pPr marL="164592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02" userDrawn="1">
          <p15:clr>
            <a:srgbClr val="F26B43"/>
          </p15:clr>
        </p15:guide>
        <p15:guide id="3" pos="7374" userDrawn="1">
          <p15:clr>
            <a:srgbClr val="F26B43"/>
          </p15:clr>
        </p15:guide>
        <p15:guide id="4" orient="horz" pos="4014" userDrawn="1">
          <p15:clr>
            <a:srgbClr val="F26B43"/>
          </p15:clr>
        </p15:guide>
        <p15:guide id="5" orient="horz" pos="302"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1F4E4D36-D998-4077-9B42-BA789BE570F6}"/>
              </a:ext>
            </a:extLst>
          </p:cNvPr>
          <p:cNvSpPr>
            <a:spLocks noGrp="1"/>
          </p:cNvSpPr>
          <p:nvPr>
            <p:ph type="ctrTitle"/>
          </p:nvPr>
        </p:nvSpPr>
        <p:spPr>
          <a:xfrm>
            <a:off x="484631" y="484632"/>
            <a:ext cx="12276775" cy="2944368"/>
          </a:xfrm>
        </p:spPr>
        <p:txBody>
          <a:bodyPr/>
          <a:lstStyle/>
          <a:p>
            <a:r>
              <a:rPr lang="en-US" dirty="0"/>
              <a:t>Jira Automation Create Issue by REST API</a:t>
            </a:r>
          </a:p>
        </p:txBody>
      </p:sp>
      <p:sp>
        <p:nvSpPr>
          <p:cNvPr id="3" name="Subtitle 3">
            <a:extLst>
              <a:ext uri="{FF2B5EF4-FFF2-40B4-BE49-F238E27FC236}">
                <a16:creationId xmlns:a16="http://schemas.microsoft.com/office/drawing/2014/main" id="{30AA819D-9365-4360-AC3B-36813CDA1FB9}"/>
              </a:ext>
            </a:extLst>
          </p:cNvPr>
          <p:cNvSpPr>
            <a:spLocks noGrp="1"/>
          </p:cNvSpPr>
          <p:nvPr>
            <p:ph type="subTitle" idx="1"/>
          </p:nvPr>
        </p:nvSpPr>
        <p:spPr/>
        <p:txBody>
          <a:bodyPr/>
          <a:lstStyle/>
          <a:p>
            <a:r>
              <a:rPr lang="en-US" dirty="0"/>
              <a:t>January 21, 2026</a:t>
            </a:r>
          </a:p>
          <a:p>
            <a:r>
              <a:rPr lang="en-US" dirty="0" err="1"/>
              <a:t>WeeYap</a:t>
            </a:r>
            <a:endParaRPr lang="en-US" dirty="0"/>
          </a:p>
        </p:txBody>
      </p:sp>
    </p:spTree>
    <p:extLst>
      <p:ext uri="{BB962C8B-B14F-4D97-AF65-F5344CB8AC3E}">
        <p14:creationId xmlns:p14="http://schemas.microsoft.com/office/powerpoint/2010/main" val="38740425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04FC61-17DC-BED7-7A4F-890B7F38B9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CC0C3E-61AE-BAC2-B3F8-EED259DB9D52}"/>
              </a:ext>
            </a:extLst>
          </p:cNvPr>
          <p:cNvSpPr>
            <a:spLocks noGrp="1"/>
          </p:cNvSpPr>
          <p:nvPr>
            <p:ph type="title"/>
          </p:nvPr>
        </p:nvSpPr>
        <p:spPr/>
        <p:txBody>
          <a:bodyPr/>
          <a:lstStyle/>
          <a:p>
            <a:r>
              <a:rPr lang="en-US" dirty="0"/>
              <a:t>Background</a:t>
            </a:r>
          </a:p>
        </p:txBody>
      </p:sp>
      <p:sp>
        <p:nvSpPr>
          <p:cNvPr id="3" name="Content Placeholder 2">
            <a:extLst>
              <a:ext uri="{FF2B5EF4-FFF2-40B4-BE49-F238E27FC236}">
                <a16:creationId xmlns:a16="http://schemas.microsoft.com/office/drawing/2014/main" id="{B95CE563-BC57-A720-BDC6-D90A83010D77}"/>
              </a:ext>
            </a:extLst>
          </p:cNvPr>
          <p:cNvSpPr>
            <a:spLocks noGrp="1"/>
          </p:cNvSpPr>
          <p:nvPr>
            <p:ph idx="1"/>
          </p:nvPr>
        </p:nvSpPr>
        <p:spPr>
          <a:xfrm>
            <a:off x="484630" y="1340293"/>
            <a:ext cx="11221595" cy="1497356"/>
          </a:xfrm>
        </p:spPr>
        <p:txBody>
          <a:bodyPr/>
          <a:lstStyle/>
          <a:p>
            <a:r>
              <a:rPr lang="en-US" dirty="0"/>
              <a:t>Unqualified inventory emails were sent out but no immediate action is taken.</a:t>
            </a:r>
          </a:p>
          <a:p>
            <a:r>
              <a:rPr lang="en-US" dirty="0"/>
              <a:t>Repetitive work for manually create Jira Issue and assign all the components.</a:t>
            </a:r>
          </a:p>
          <a:p>
            <a:r>
              <a:rPr lang="en-US" dirty="0"/>
              <a:t>Time consuming for checking the requirement of new material on new merge program (</a:t>
            </a:r>
            <a:r>
              <a:rPr lang="en-US" dirty="0">
                <a:solidFill>
                  <a:srgbClr val="FF0000"/>
                </a:solidFill>
              </a:rPr>
              <a:t>STAGE 2</a:t>
            </a:r>
            <a:r>
              <a:rPr lang="en-US" dirty="0"/>
              <a:t>)</a:t>
            </a:r>
          </a:p>
          <a:p>
            <a:pPr marL="0" indent="0">
              <a:buNone/>
            </a:pPr>
            <a:endParaRPr lang="en-US" dirty="0"/>
          </a:p>
        </p:txBody>
      </p:sp>
      <p:sp>
        <p:nvSpPr>
          <p:cNvPr id="5" name="Text Placeholder 4">
            <a:extLst>
              <a:ext uri="{FF2B5EF4-FFF2-40B4-BE49-F238E27FC236}">
                <a16:creationId xmlns:a16="http://schemas.microsoft.com/office/drawing/2014/main" id="{ABB608D3-6129-CA7C-AC53-769078514B4E}"/>
              </a:ext>
            </a:extLst>
          </p:cNvPr>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25378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187CB2-BAE7-9C1D-EFDC-631936E6D647}"/>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4D545CF3-9833-4D5B-61C8-E8DC2BB20051}"/>
              </a:ext>
            </a:extLst>
          </p:cNvPr>
          <p:cNvSpPr>
            <a:spLocks noGrp="1"/>
          </p:cNvSpPr>
          <p:nvPr>
            <p:ph type="body" sz="quarter" idx="11"/>
          </p:nvPr>
        </p:nvSpPr>
        <p:spPr/>
        <p:txBody>
          <a:bodyPr/>
          <a:lstStyle/>
          <a:p>
            <a:endParaRPr lang="en-US"/>
          </a:p>
        </p:txBody>
      </p:sp>
      <p:sp>
        <p:nvSpPr>
          <p:cNvPr id="6" name="Title 1">
            <a:extLst>
              <a:ext uri="{FF2B5EF4-FFF2-40B4-BE49-F238E27FC236}">
                <a16:creationId xmlns:a16="http://schemas.microsoft.com/office/drawing/2014/main" id="{79953440-B127-CBD2-2400-542F33515B7D}"/>
              </a:ext>
            </a:extLst>
          </p:cNvPr>
          <p:cNvSpPr txBox="1">
            <a:spLocks/>
          </p:cNvSpPr>
          <p:nvPr/>
        </p:nvSpPr>
        <p:spPr>
          <a:xfrm>
            <a:off x="455445" y="485775"/>
            <a:ext cx="11219688" cy="534871"/>
          </a:xfrm>
          <a:prstGeom prst="rect">
            <a:avLst/>
          </a:prstGeom>
          <a:noFill/>
        </p:spPr>
        <p:txBody>
          <a:bodyPr vert="horz" lIns="0" tIns="0" rIns="0" bIns="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r>
              <a:rPr lang="en-US" dirty="0"/>
              <a:t>Main Objectives</a:t>
            </a:r>
          </a:p>
        </p:txBody>
      </p:sp>
      <p:sp>
        <p:nvSpPr>
          <p:cNvPr id="7" name="Content Placeholder 2">
            <a:extLst>
              <a:ext uri="{FF2B5EF4-FFF2-40B4-BE49-F238E27FC236}">
                <a16:creationId xmlns:a16="http://schemas.microsoft.com/office/drawing/2014/main" id="{7050F6E0-8ACF-3C3D-0156-4FC04A62BEFA}"/>
              </a:ext>
            </a:extLst>
          </p:cNvPr>
          <p:cNvSpPr txBox="1">
            <a:spLocks/>
          </p:cNvSpPr>
          <p:nvPr/>
        </p:nvSpPr>
        <p:spPr>
          <a:xfrm>
            <a:off x="453538" y="1381171"/>
            <a:ext cx="11221595" cy="2310589"/>
          </a:xfrm>
          <a:prstGeom prst="rect">
            <a:avLst/>
          </a:prstGeom>
        </p:spPr>
        <p:txBody>
          <a:bodyPr vert="horz" lIns="0" tIns="0" rIns="0" bIns="0" spcCol="484632" rtlCol="0">
            <a:noAutofit/>
          </a:bodyPr>
          <a:lstStyle>
            <a:lvl1pPr marL="182880" indent="-182880" algn="l" defTabSz="914400" rtl="0" eaLnBrk="1" latinLnBrk="0" hangingPunct="1">
              <a:lnSpc>
                <a:spcPct val="100000"/>
              </a:lnSpc>
              <a:spcBef>
                <a:spcPts val="1200"/>
              </a:spcBef>
              <a:buClrTx/>
              <a:buFont typeface="Arial" panose="020B0604020202020204" pitchFamily="34" charset="0"/>
              <a:buChar char="•"/>
              <a:defRPr sz="1800" kern="1200">
                <a:solidFill>
                  <a:schemeClr val="tx1"/>
                </a:solidFill>
                <a:latin typeface="+mn-lt"/>
                <a:ea typeface="+mn-ea"/>
                <a:cs typeface="+mn-cs"/>
              </a:defRPr>
            </a:lvl1pPr>
            <a:lvl2pPr marL="365760" indent="-182880" algn="l" defTabSz="914400" rtl="0" eaLnBrk="1" latinLnBrk="0" hangingPunct="1">
              <a:lnSpc>
                <a:spcPct val="100000"/>
              </a:lnSpc>
              <a:spcBef>
                <a:spcPts val="600"/>
              </a:spcBef>
              <a:buClrTx/>
              <a:buFont typeface="Verdana" panose="020B0604030504040204" pitchFamily="34" charset="0"/>
              <a:buChar char="–"/>
              <a:defRPr sz="1800" kern="1200">
                <a:solidFill>
                  <a:schemeClr val="tx1"/>
                </a:solidFill>
                <a:latin typeface="+mn-lt"/>
                <a:ea typeface="+mn-ea"/>
                <a:cs typeface="+mn-cs"/>
              </a:defRPr>
            </a:lvl2pPr>
            <a:lvl3pPr marL="548640" indent="-182880" algn="l" defTabSz="914400" rtl="0" eaLnBrk="1" latinLnBrk="0" hangingPunct="1">
              <a:lnSpc>
                <a:spcPct val="100000"/>
              </a:lnSpc>
              <a:spcBef>
                <a:spcPts val="400"/>
              </a:spcBef>
              <a:buClrTx/>
              <a:buFont typeface="Arial" panose="020B0604020202020204" pitchFamily="34" charset="0"/>
              <a:buChar char="-"/>
              <a:defRPr sz="1800" kern="1200">
                <a:solidFill>
                  <a:schemeClr val="tx1"/>
                </a:solidFill>
                <a:latin typeface="+mn-lt"/>
                <a:ea typeface="+mn-ea"/>
                <a:cs typeface="+mn-cs"/>
              </a:defRPr>
            </a:lvl3pPr>
            <a:lvl4pPr marL="731520" indent="-182880" algn="l" defTabSz="914400" rtl="0" eaLnBrk="1" latinLnBrk="0" hangingPunct="1">
              <a:lnSpc>
                <a:spcPct val="100000"/>
              </a:lnSpc>
              <a:spcBef>
                <a:spcPts val="200"/>
              </a:spcBef>
              <a:buClrTx/>
              <a:buFont typeface="Arial" panose="020B0604020202020204" pitchFamily="34" charset="0"/>
              <a:buChar char="-"/>
              <a:defRPr sz="1800" kern="1200">
                <a:solidFill>
                  <a:schemeClr val="tx1"/>
                </a:solidFill>
                <a:latin typeface="+mn-lt"/>
                <a:ea typeface="+mn-ea"/>
                <a:cs typeface="+mn-cs"/>
              </a:defRPr>
            </a:lvl4pPr>
            <a:lvl5pPr marL="91440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5pPr>
            <a:lvl6pPr marL="109728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6pPr>
            <a:lvl7pPr marL="128016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7pPr>
            <a:lvl8pPr marL="146304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8pPr>
            <a:lvl9pPr marL="164592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9pPr>
          </a:lstStyle>
          <a:p>
            <a:r>
              <a:rPr lang="en-US" dirty="0"/>
              <a:t>Timely awareness of material issues everyday</a:t>
            </a:r>
          </a:p>
          <a:p>
            <a:r>
              <a:rPr lang="en-US" dirty="0"/>
              <a:t>Instantly auto create Jira Issue based on material’s attributes and assign the correct components</a:t>
            </a:r>
          </a:p>
          <a:p>
            <a:r>
              <a:rPr lang="en-US" dirty="0"/>
              <a:t>Jira Issue can be observed and discussed in team meeting instead of current unqualified email notification only</a:t>
            </a:r>
          </a:p>
          <a:p>
            <a:r>
              <a:rPr lang="en-US" dirty="0"/>
              <a:t>Auto‑send email notifications to teammates after JIRA Issue is auto created</a:t>
            </a:r>
          </a:p>
          <a:p>
            <a:r>
              <a:rPr lang="en-US" dirty="0"/>
              <a:t>Program analysis to show if the new merge program is required (</a:t>
            </a:r>
            <a:r>
              <a:rPr lang="en-US" dirty="0">
                <a:solidFill>
                  <a:srgbClr val="FF0000"/>
                </a:solidFill>
              </a:rPr>
              <a:t>STAGE 2</a:t>
            </a:r>
            <a:r>
              <a:rPr lang="en-US" dirty="0"/>
              <a:t>)</a:t>
            </a:r>
          </a:p>
          <a:p>
            <a:pPr>
              <a:buFontTx/>
              <a:buChar char="-"/>
            </a:pPr>
            <a:endParaRPr lang="en-US" dirty="0"/>
          </a:p>
          <a:p>
            <a:pPr marL="0" indent="0">
              <a:buFont typeface="Arial" panose="020B0604020202020204" pitchFamily="34" charset="0"/>
              <a:buNone/>
            </a:pPr>
            <a:endParaRPr lang="en-US" dirty="0"/>
          </a:p>
          <a:p>
            <a:pPr marL="0" indent="0">
              <a:buFont typeface="Arial" panose="020B0604020202020204" pitchFamily="34" charset="0"/>
              <a:buNone/>
            </a:pPr>
            <a:endParaRPr lang="en-US" dirty="0"/>
          </a:p>
          <a:p>
            <a:pPr marL="0" indent="0">
              <a:buFont typeface="Arial" panose="020B0604020202020204" pitchFamily="34" charset="0"/>
              <a:buNone/>
            </a:pPr>
            <a:endParaRPr lang="en-US" dirty="0"/>
          </a:p>
          <a:p>
            <a:pPr marL="0" indent="0">
              <a:buFont typeface="Arial" panose="020B0604020202020204" pitchFamily="34" charset="0"/>
              <a:buNone/>
            </a:pPr>
            <a:endParaRPr lang="en-US" dirty="0"/>
          </a:p>
          <a:p>
            <a:pPr marL="0" indent="0">
              <a:buFont typeface="Arial" panose="020B0604020202020204" pitchFamily="34" charset="0"/>
              <a:buNone/>
            </a:pPr>
            <a:endParaRPr lang="en-US" dirty="0"/>
          </a:p>
          <a:p>
            <a:pPr marL="0" indent="0">
              <a:buFont typeface="Arial" panose="020B0604020202020204" pitchFamily="34" charset="0"/>
              <a:buNone/>
            </a:pPr>
            <a:endParaRPr lang="en-US" dirty="0"/>
          </a:p>
        </p:txBody>
      </p:sp>
    </p:spTree>
    <p:extLst>
      <p:ext uri="{BB962C8B-B14F-4D97-AF65-F5344CB8AC3E}">
        <p14:creationId xmlns:p14="http://schemas.microsoft.com/office/powerpoint/2010/main" val="19758198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702824-3EF3-9732-C4F8-A427395D89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EFB1AB-99A1-B6C8-A338-4E4A5714C4AD}"/>
              </a:ext>
            </a:extLst>
          </p:cNvPr>
          <p:cNvSpPr>
            <a:spLocks noGrp="1"/>
          </p:cNvSpPr>
          <p:nvPr>
            <p:ph type="title"/>
          </p:nvPr>
        </p:nvSpPr>
        <p:spPr/>
        <p:txBody>
          <a:bodyPr/>
          <a:lstStyle/>
          <a:p>
            <a:r>
              <a:rPr lang="en-US" dirty="0"/>
              <a:t>Benefit</a:t>
            </a:r>
          </a:p>
        </p:txBody>
      </p:sp>
      <p:sp>
        <p:nvSpPr>
          <p:cNvPr id="3" name="Content Placeholder 2">
            <a:extLst>
              <a:ext uri="{FF2B5EF4-FFF2-40B4-BE49-F238E27FC236}">
                <a16:creationId xmlns:a16="http://schemas.microsoft.com/office/drawing/2014/main" id="{FCA411F6-8F4C-A6AE-3279-A7BF41F654B9}"/>
              </a:ext>
            </a:extLst>
          </p:cNvPr>
          <p:cNvSpPr>
            <a:spLocks noGrp="1"/>
          </p:cNvSpPr>
          <p:nvPr>
            <p:ph idx="1"/>
          </p:nvPr>
        </p:nvSpPr>
        <p:spPr>
          <a:xfrm>
            <a:off x="455445" y="1264596"/>
            <a:ext cx="11221595" cy="4742504"/>
          </a:xfrm>
        </p:spPr>
        <p:txBody>
          <a:bodyPr/>
          <a:lstStyle/>
          <a:p>
            <a:pPr marL="0" indent="0">
              <a:buNone/>
            </a:pPr>
            <a:r>
              <a:rPr lang="en-US" dirty="0"/>
              <a:t>Automate Daily &amp; Weekly Engineering Tasks</a:t>
            </a:r>
          </a:p>
          <a:p>
            <a:pPr marL="0" indent="0">
              <a:buNone/>
            </a:pPr>
            <a:r>
              <a:rPr lang="en-US" dirty="0"/>
              <a:t>	-Reduce dependency on manual workflows by introducing fully automated routines.</a:t>
            </a:r>
          </a:p>
          <a:p>
            <a:pPr marL="0" indent="0">
              <a:buNone/>
            </a:pPr>
            <a:r>
              <a:rPr lang="en-US" dirty="0"/>
              <a:t>	-Replace repetitive data extraction, inspection, and reporting tasks with stable Python‑based scripts.</a:t>
            </a:r>
          </a:p>
          <a:p>
            <a:pPr marL="0" indent="0">
              <a:buNone/>
            </a:pPr>
            <a:r>
              <a:rPr lang="en-US" dirty="0"/>
              <a:t>	-Minimizes human error and frees up engineering bandwidth for higher‑value analysis.</a:t>
            </a:r>
          </a:p>
          <a:p>
            <a:pPr marL="0" indent="0">
              <a:buNone/>
            </a:pPr>
            <a:r>
              <a:rPr lang="en-US" dirty="0"/>
              <a:t>	-Improve response time to unqualified material and reduce manual monitoring</a:t>
            </a:r>
          </a:p>
          <a:p>
            <a:pPr marL="0" indent="0">
              <a:buNone/>
            </a:pPr>
            <a:endParaRPr lang="en-US" dirty="0"/>
          </a:p>
          <a:p>
            <a:pPr marL="0" indent="0">
              <a:buNone/>
            </a:pPr>
            <a:endParaRPr lang="en-US" dirty="0"/>
          </a:p>
          <a:p>
            <a:pPr marL="0" indent="0">
              <a:buNone/>
            </a:pPr>
            <a:r>
              <a:rPr lang="en-US" dirty="0"/>
              <a:t>	</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p:txBody>
      </p:sp>
      <p:sp>
        <p:nvSpPr>
          <p:cNvPr id="5" name="Text Placeholder 4">
            <a:extLst>
              <a:ext uri="{FF2B5EF4-FFF2-40B4-BE49-F238E27FC236}">
                <a16:creationId xmlns:a16="http://schemas.microsoft.com/office/drawing/2014/main" id="{000ED850-F71D-D99F-2AE9-3112D56E2B03}"/>
              </a:ext>
            </a:extLst>
          </p:cNvPr>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27984889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997762-DF0E-95D2-5D52-1DDEE9FEF1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1E824D-FA97-D6E8-344F-4F65F497F54F}"/>
              </a:ext>
            </a:extLst>
          </p:cNvPr>
          <p:cNvSpPr>
            <a:spLocks noGrp="1"/>
          </p:cNvSpPr>
          <p:nvPr>
            <p:ph type="title"/>
          </p:nvPr>
        </p:nvSpPr>
        <p:spPr/>
        <p:txBody>
          <a:bodyPr/>
          <a:lstStyle/>
          <a:p>
            <a:r>
              <a:rPr lang="en-US" dirty="0"/>
              <a:t>Technical Review- What is REST API</a:t>
            </a:r>
          </a:p>
        </p:txBody>
      </p:sp>
      <p:sp>
        <p:nvSpPr>
          <p:cNvPr id="3" name="Content Placeholder 2">
            <a:extLst>
              <a:ext uri="{FF2B5EF4-FFF2-40B4-BE49-F238E27FC236}">
                <a16:creationId xmlns:a16="http://schemas.microsoft.com/office/drawing/2014/main" id="{ACB7F53A-D42B-A179-F589-3A022DC3C389}"/>
              </a:ext>
            </a:extLst>
          </p:cNvPr>
          <p:cNvSpPr>
            <a:spLocks noGrp="1"/>
          </p:cNvSpPr>
          <p:nvPr>
            <p:ph idx="1"/>
          </p:nvPr>
        </p:nvSpPr>
        <p:spPr>
          <a:xfrm>
            <a:off x="455445" y="1264596"/>
            <a:ext cx="11221595" cy="4742504"/>
          </a:xfrm>
        </p:spPr>
        <p:txBody>
          <a:bodyPr/>
          <a:lstStyle/>
          <a:p>
            <a:r>
              <a:rPr lang="en-US" dirty="0"/>
              <a:t>A REST API (Representational State Transfer Application Programming Interface) is an architecture style for designing web services. It enables different systems to communicate over HTTP </a:t>
            </a:r>
          </a:p>
          <a:p>
            <a:r>
              <a:rPr lang="en-US" dirty="0"/>
              <a:t>REST APIs expose resources (e.g., users, lots, tasks) through URLs, and clients interact with these resources using standard HTTP methods.</a:t>
            </a:r>
          </a:p>
          <a:p>
            <a:r>
              <a:rPr lang="en-US" dirty="0"/>
              <a:t>REST relies on standard methods, as referenced in </a:t>
            </a:r>
            <a:r>
              <a:rPr lang="en-US" dirty="0" err="1"/>
              <a:t>Mfg</a:t>
            </a:r>
            <a:r>
              <a:rPr lang="en-US" dirty="0"/>
              <a:t> IT Web API Standards link bottom page :</a:t>
            </a:r>
          </a:p>
          <a:p>
            <a:endParaRPr lang="en-US" dirty="0"/>
          </a:p>
          <a:p>
            <a:endParaRPr lang="en-US" dirty="0"/>
          </a:p>
          <a:p>
            <a:pPr marL="0" indent="0">
              <a:buNone/>
            </a:pPr>
            <a:endParaRPr lang="en-US" dirty="0"/>
          </a:p>
          <a:p>
            <a:pPr marL="0" indent="0">
              <a:buNone/>
            </a:pPr>
            <a:r>
              <a:rPr lang="en-US" dirty="0"/>
              <a:t>	</a:t>
            </a:r>
          </a:p>
          <a:p>
            <a:pPr marL="0" indent="0">
              <a:buNone/>
            </a:pPr>
            <a:endParaRPr lang="en-US" dirty="0"/>
          </a:p>
          <a:p>
            <a:pPr marL="0" indent="0">
              <a:buNone/>
            </a:pPr>
            <a:endParaRPr lang="en-US" dirty="0"/>
          </a:p>
          <a:p>
            <a:pPr marL="0" indent="0">
              <a:buNone/>
            </a:pPr>
            <a:endParaRPr lang="en-US" dirty="0"/>
          </a:p>
          <a:p>
            <a:pPr marL="0" indent="0">
              <a:buNone/>
            </a:pPr>
            <a:r>
              <a:rPr lang="en-US" dirty="0"/>
              <a:t>https://microncorp.sharepoint.com/sites/mfgitwiki/Pages/Mfg%20IT%20Web%20API%20Standards.aspx</a:t>
            </a:r>
          </a:p>
          <a:p>
            <a:pPr marL="0" indent="0">
              <a:buNone/>
            </a:pPr>
            <a:endParaRPr lang="en-US" dirty="0"/>
          </a:p>
        </p:txBody>
      </p:sp>
      <p:graphicFrame>
        <p:nvGraphicFramePr>
          <p:cNvPr id="12" name="Table 11">
            <a:extLst>
              <a:ext uri="{FF2B5EF4-FFF2-40B4-BE49-F238E27FC236}">
                <a16:creationId xmlns:a16="http://schemas.microsoft.com/office/drawing/2014/main" id="{FD1EC374-87A0-7172-E9B4-60C8592F1019}"/>
              </a:ext>
            </a:extLst>
          </p:cNvPr>
          <p:cNvGraphicFramePr>
            <a:graphicFrameLocks noGrp="1"/>
          </p:cNvGraphicFramePr>
          <p:nvPr>
            <p:extLst>
              <p:ext uri="{D42A27DB-BD31-4B8C-83A1-F6EECF244321}">
                <p14:modId xmlns:p14="http://schemas.microsoft.com/office/powerpoint/2010/main" val="2661182221"/>
              </p:ext>
            </p:extLst>
          </p:nvPr>
        </p:nvGraphicFramePr>
        <p:xfrm>
          <a:off x="2050538" y="3114688"/>
          <a:ext cx="6587516" cy="2773645"/>
        </p:xfrm>
        <a:graphic>
          <a:graphicData uri="http://schemas.openxmlformats.org/drawingml/2006/table">
            <a:tbl>
              <a:tblPr/>
              <a:tblGrid>
                <a:gridCol w="1306824">
                  <a:extLst>
                    <a:ext uri="{9D8B030D-6E8A-4147-A177-3AD203B41FA5}">
                      <a16:colId xmlns:a16="http://schemas.microsoft.com/office/drawing/2014/main" val="3920152357"/>
                    </a:ext>
                  </a:extLst>
                </a:gridCol>
                <a:gridCol w="5280692">
                  <a:extLst>
                    <a:ext uri="{9D8B030D-6E8A-4147-A177-3AD203B41FA5}">
                      <a16:colId xmlns:a16="http://schemas.microsoft.com/office/drawing/2014/main" val="2670445370"/>
                    </a:ext>
                  </a:extLst>
                </a:gridCol>
              </a:tblGrid>
              <a:tr h="432134">
                <a:tc>
                  <a:txBody>
                    <a:bodyPr/>
                    <a:lstStyle/>
                    <a:p>
                      <a:pPr marL="0" marR="0" fontAlgn="t">
                        <a:buNone/>
                      </a:pPr>
                      <a:r>
                        <a:rPr lang="en-US" sz="1100">
                          <a:effectLst/>
                          <a:latin typeface="calibri" panose="020F0502020204030204" pitchFamily="34" charset="0"/>
                        </a:rPr>
                        <a:t>HTTP Method</a:t>
                      </a: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noFill/>
                  </a:tcPr>
                </a:tc>
                <a:tc>
                  <a:txBody>
                    <a:bodyPr/>
                    <a:lstStyle/>
                    <a:p>
                      <a:pPr marL="0" marR="0" fontAlgn="t">
                        <a:buNone/>
                      </a:pPr>
                      <a:r>
                        <a:rPr lang="en-US" sz="1100" dirty="0">
                          <a:effectLst/>
                          <a:latin typeface="calibri" panose="020F0502020204030204" pitchFamily="34" charset="0"/>
                        </a:rPr>
                        <a:t>Description</a:t>
                      </a: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noFill/>
                  </a:tcPr>
                </a:tc>
                <a:extLst>
                  <a:ext uri="{0D108BD9-81ED-4DB2-BD59-A6C34878D82A}">
                    <a16:rowId xmlns:a16="http://schemas.microsoft.com/office/drawing/2014/main" val="2947418511"/>
                  </a:ext>
                </a:extLst>
              </a:tr>
              <a:tr h="416443">
                <a:tc>
                  <a:txBody>
                    <a:bodyPr/>
                    <a:lstStyle/>
                    <a:p>
                      <a:pPr marL="0" marR="0" fontAlgn="t">
                        <a:buNone/>
                      </a:pPr>
                      <a:r>
                        <a:rPr lang="en-US" sz="1100">
                          <a:effectLst/>
                          <a:latin typeface="calibri" panose="020F0502020204030204" pitchFamily="34" charset="0"/>
                        </a:rPr>
                        <a:t>GET</a:t>
                      </a: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noFill/>
                  </a:tcPr>
                </a:tc>
                <a:tc>
                  <a:txBody>
                    <a:bodyPr/>
                    <a:lstStyle/>
                    <a:p>
                      <a:pPr marL="0" marR="0" fontAlgn="t">
                        <a:buNone/>
                      </a:pPr>
                      <a:r>
                        <a:rPr lang="en-US" sz="1100">
                          <a:effectLst/>
                          <a:latin typeface="calibri" panose="020F0502020204030204" pitchFamily="34" charset="0"/>
                        </a:rPr>
                        <a:t>To retrieve a resource</a:t>
                      </a: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noFill/>
                  </a:tcPr>
                </a:tc>
                <a:extLst>
                  <a:ext uri="{0D108BD9-81ED-4DB2-BD59-A6C34878D82A}">
                    <a16:rowId xmlns:a16="http://schemas.microsoft.com/office/drawing/2014/main" val="3988786296"/>
                  </a:ext>
                </a:extLst>
              </a:tr>
              <a:tr h="675739">
                <a:tc>
                  <a:txBody>
                    <a:bodyPr/>
                    <a:lstStyle/>
                    <a:p>
                      <a:pPr marL="0" marR="0" fontAlgn="t">
                        <a:buNone/>
                      </a:pPr>
                      <a:r>
                        <a:rPr lang="en-US" sz="1100">
                          <a:effectLst/>
                          <a:latin typeface="calibri" panose="020F0502020204030204" pitchFamily="34" charset="0"/>
                        </a:rPr>
                        <a:t>POST</a:t>
                      </a: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noFill/>
                  </a:tcPr>
                </a:tc>
                <a:tc>
                  <a:txBody>
                    <a:bodyPr/>
                    <a:lstStyle/>
                    <a:p>
                      <a:pPr marL="0" marR="0" fontAlgn="t">
                        <a:buNone/>
                      </a:pPr>
                      <a:r>
                        <a:rPr lang="en-US" sz="1100">
                          <a:effectLst/>
                          <a:latin typeface="calibri" panose="020F0502020204030204" pitchFamily="34" charset="0"/>
                        </a:rPr>
                        <a:t>To create a resource, or execute a complex operation on a resource</a:t>
                      </a: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noFill/>
                  </a:tcPr>
                </a:tc>
                <a:extLst>
                  <a:ext uri="{0D108BD9-81ED-4DB2-BD59-A6C34878D82A}">
                    <a16:rowId xmlns:a16="http://schemas.microsoft.com/office/drawing/2014/main" val="2387967613"/>
                  </a:ext>
                </a:extLst>
              </a:tr>
              <a:tr h="416443">
                <a:tc>
                  <a:txBody>
                    <a:bodyPr/>
                    <a:lstStyle/>
                    <a:p>
                      <a:pPr marL="0" marR="0" fontAlgn="t">
                        <a:buNone/>
                      </a:pPr>
                      <a:r>
                        <a:rPr lang="en-US" sz="1100">
                          <a:effectLst/>
                          <a:latin typeface="calibri" panose="020F0502020204030204" pitchFamily="34" charset="0"/>
                        </a:rPr>
                        <a:t>PUT</a:t>
                      </a: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noFill/>
                  </a:tcPr>
                </a:tc>
                <a:tc>
                  <a:txBody>
                    <a:bodyPr/>
                    <a:lstStyle/>
                    <a:p>
                      <a:pPr marL="0" marR="0" fontAlgn="t">
                        <a:buNone/>
                      </a:pPr>
                      <a:r>
                        <a:rPr lang="en-US" sz="1100">
                          <a:effectLst/>
                          <a:latin typeface="calibri" panose="020F0502020204030204" pitchFamily="34" charset="0"/>
                        </a:rPr>
                        <a:t>To update a resource as a whole</a:t>
                      </a: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noFill/>
                  </a:tcPr>
                </a:tc>
                <a:extLst>
                  <a:ext uri="{0D108BD9-81ED-4DB2-BD59-A6C34878D82A}">
                    <a16:rowId xmlns:a16="http://schemas.microsoft.com/office/drawing/2014/main" val="4294220579"/>
                  </a:ext>
                </a:extLst>
              </a:tr>
              <a:tr h="416443">
                <a:tc>
                  <a:txBody>
                    <a:bodyPr/>
                    <a:lstStyle/>
                    <a:p>
                      <a:pPr marL="0" marR="0" fontAlgn="t">
                        <a:buNone/>
                      </a:pPr>
                      <a:r>
                        <a:rPr lang="en-US" sz="1100">
                          <a:effectLst/>
                          <a:latin typeface="calibri" panose="020F0502020204030204" pitchFamily="34" charset="0"/>
                        </a:rPr>
                        <a:t>DELETE</a:t>
                      </a: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noFill/>
                  </a:tcPr>
                </a:tc>
                <a:tc>
                  <a:txBody>
                    <a:bodyPr/>
                    <a:lstStyle/>
                    <a:p>
                      <a:pPr marL="0" marR="0" fontAlgn="t">
                        <a:buNone/>
                      </a:pPr>
                      <a:r>
                        <a:rPr lang="en-US" sz="1100" dirty="0">
                          <a:effectLst/>
                          <a:latin typeface="calibri" panose="020F0502020204030204" pitchFamily="34" charset="0"/>
                        </a:rPr>
                        <a:t>To delete a resource</a:t>
                      </a: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noFill/>
                  </a:tcPr>
                </a:tc>
                <a:extLst>
                  <a:ext uri="{0D108BD9-81ED-4DB2-BD59-A6C34878D82A}">
                    <a16:rowId xmlns:a16="http://schemas.microsoft.com/office/drawing/2014/main" val="330899201"/>
                  </a:ext>
                </a:extLst>
              </a:tr>
              <a:tr h="416443">
                <a:tc>
                  <a:txBody>
                    <a:bodyPr/>
                    <a:lstStyle/>
                    <a:p>
                      <a:pPr marL="0" marR="0" fontAlgn="t">
                        <a:buNone/>
                      </a:pPr>
                      <a:r>
                        <a:rPr lang="en-US" sz="1100">
                          <a:effectLst/>
                          <a:latin typeface="calibri" panose="020F0502020204030204" pitchFamily="34" charset="0"/>
                        </a:rPr>
                        <a:t>PATCH</a:t>
                      </a: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noFill/>
                  </a:tcPr>
                </a:tc>
                <a:tc>
                  <a:txBody>
                    <a:bodyPr/>
                    <a:lstStyle/>
                    <a:p>
                      <a:pPr marL="0" marR="0" fontAlgn="t">
                        <a:buNone/>
                      </a:pPr>
                      <a:r>
                        <a:rPr lang="en-US" sz="1100" dirty="0">
                          <a:effectLst/>
                          <a:latin typeface="calibri" panose="020F0502020204030204" pitchFamily="34" charset="0"/>
                        </a:rPr>
                        <a:t>To perform a partial update to a resource</a:t>
                      </a: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noFill/>
                  </a:tcPr>
                </a:tc>
                <a:extLst>
                  <a:ext uri="{0D108BD9-81ED-4DB2-BD59-A6C34878D82A}">
                    <a16:rowId xmlns:a16="http://schemas.microsoft.com/office/drawing/2014/main" val="159639529"/>
                  </a:ext>
                </a:extLst>
              </a:tr>
            </a:tbl>
          </a:graphicData>
        </a:graphic>
      </p:graphicFrame>
      <p:sp>
        <p:nvSpPr>
          <p:cNvPr id="13" name="Rectangle 3">
            <a:extLst>
              <a:ext uri="{FF2B5EF4-FFF2-40B4-BE49-F238E27FC236}">
                <a16:creationId xmlns:a16="http://schemas.microsoft.com/office/drawing/2014/main" id="{D91E1434-1526-D0B2-1967-4DFF50E55849}"/>
              </a:ext>
            </a:extLst>
          </p:cNvPr>
          <p:cNvSpPr>
            <a:spLocks noChangeArrowheads="1"/>
          </p:cNvSpPr>
          <p:nvPr/>
        </p:nvSpPr>
        <p:spPr bwMode="auto">
          <a:xfrm>
            <a:off x="627201" y="3294634"/>
            <a:ext cx="11219687"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8777680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104678-4686-3477-46DC-F77772137B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20DABD-6D81-CBBB-1A30-3EEFA2F626E3}"/>
              </a:ext>
            </a:extLst>
          </p:cNvPr>
          <p:cNvSpPr>
            <a:spLocks noGrp="1"/>
          </p:cNvSpPr>
          <p:nvPr>
            <p:ph type="title"/>
          </p:nvPr>
        </p:nvSpPr>
        <p:spPr/>
        <p:txBody>
          <a:bodyPr/>
          <a:lstStyle/>
          <a:p>
            <a:r>
              <a:rPr lang="en-US" dirty="0"/>
              <a:t>Technical Review- Structure </a:t>
            </a:r>
          </a:p>
        </p:txBody>
      </p:sp>
      <p:sp>
        <p:nvSpPr>
          <p:cNvPr id="3" name="Content Placeholder 2">
            <a:extLst>
              <a:ext uri="{FF2B5EF4-FFF2-40B4-BE49-F238E27FC236}">
                <a16:creationId xmlns:a16="http://schemas.microsoft.com/office/drawing/2014/main" id="{9C00C864-91F1-4A1C-BCA5-54C6BB8D6307}"/>
              </a:ext>
            </a:extLst>
          </p:cNvPr>
          <p:cNvSpPr>
            <a:spLocks noGrp="1"/>
          </p:cNvSpPr>
          <p:nvPr>
            <p:ph idx="1"/>
          </p:nvPr>
        </p:nvSpPr>
        <p:spPr>
          <a:xfrm>
            <a:off x="455445" y="1264596"/>
            <a:ext cx="11221595" cy="4742504"/>
          </a:xfrm>
        </p:spPr>
        <p:txBody>
          <a:bodyPr/>
          <a:lstStyle/>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dirty="0"/>
              <a:t>	</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p:txBody>
      </p:sp>
      <p:sp>
        <p:nvSpPr>
          <p:cNvPr id="5" name="Text Placeholder 4">
            <a:extLst>
              <a:ext uri="{FF2B5EF4-FFF2-40B4-BE49-F238E27FC236}">
                <a16:creationId xmlns:a16="http://schemas.microsoft.com/office/drawing/2014/main" id="{1A9CAB4D-9A60-C493-DEDB-06146647CB2C}"/>
              </a:ext>
            </a:extLst>
          </p:cNvPr>
          <p:cNvSpPr>
            <a:spLocks noGrp="1"/>
          </p:cNvSpPr>
          <p:nvPr>
            <p:ph type="body" sz="quarter" idx="11"/>
          </p:nvPr>
        </p:nvSpPr>
        <p:spPr/>
        <p:txBody>
          <a:bodyPr/>
          <a:lstStyle/>
          <a:p>
            <a:endParaRPr lang="en-US" dirty="0"/>
          </a:p>
        </p:txBody>
      </p:sp>
      <p:graphicFrame>
        <p:nvGraphicFramePr>
          <p:cNvPr id="4" name="Diagram 3">
            <a:extLst>
              <a:ext uri="{FF2B5EF4-FFF2-40B4-BE49-F238E27FC236}">
                <a16:creationId xmlns:a16="http://schemas.microsoft.com/office/drawing/2014/main" id="{4C2556F5-0593-5A2E-5387-D2604C8F0C0D}"/>
              </a:ext>
            </a:extLst>
          </p:cNvPr>
          <p:cNvGraphicFramePr/>
          <p:nvPr>
            <p:extLst>
              <p:ext uri="{D42A27DB-BD31-4B8C-83A1-F6EECF244321}">
                <p14:modId xmlns:p14="http://schemas.microsoft.com/office/powerpoint/2010/main" val="3709483410"/>
              </p:ext>
            </p:extLst>
          </p:nvPr>
        </p:nvGraphicFramePr>
        <p:xfrm>
          <a:off x="1294284" y="719666"/>
          <a:ext cx="9543915"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899183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4FE589-BFCF-FA68-F852-92402CE9746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151CA37-91D9-E6A7-7971-B430EC881510}"/>
              </a:ext>
            </a:extLst>
          </p:cNvPr>
          <p:cNvSpPr>
            <a:spLocks noGrp="1"/>
          </p:cNvSpPr>
          <p:nvPr>
            <p:ph idx="1"/>
          </p:nvPr>
        </p:nvSpPr>
        <p:spPr>
          <a:xfrm>
            <a:off x="354001" y="1396748"/>
            <a:ext cx="11702143" cy="5297966"/>
          </a:xfrm>
        </p:spPr>
        <p:txBody>
          <a:bodyPr/>
          <a:lstStyle/>
          <a:p>
            <a:pPr marL="0" indent="0">
              <a:buNone/>
            </a:pPr>
            <a:r>
              <a:rPr lang="en-US" dirty="0"/>
              <a:t>Hi MSB Engineers,</a:t>
            </a:r>
          </a:p>
          <a:p>
            <a:pPr marL="0" indent="0">
              <a:buNone/>
            </a:pPr>
            <a:r>
              <a:rPr lang="en-US" dirty="0"/>
              <a:t>A new Jira issue has been created.</a:t>
            </a:r>
          </a:p>
          <a:p>
            <a:pPr marL="0" indent="0">
              <a:buNone/>
            </a:pPr>
            <a:r>
              <a:rPr lang="en-US" dirty="0"/>
              <a:t>Summary Title:	B68S WAVE014 MPPR96 </a:t>
            </a:r>
            <a:r>
              <a:rPr lang="en-US"/>
              <a:t>DDP New Material</a:t>
            </a:r>
            <a:endParaRPr lang="en-US" dirty="0"/>
          </a:p>
          <a:p>
            <a:pPr marL="0" indent="0">
              <a:buNone/>
            </a:pPr>
            <a:r>
              <a:rPr lang="en-US" dirty="0"/>
              <a:t>Issue Key:	SPTKNAND-216</a:t>
            </a:r>
          </a:p>
          <a:p>
            <a:pPr marL="0" indent="0">
              <a:buNone/>
            </a:pPr>
            <a:r>
              <a:rPr lang="en-US" dirty="0"/>
              <a:t>Design ID:	B68S</a:t>
            </a:r>
          </a:p>
          <a:p>
            <a:pPr marL="0" indent="0">
              <a:buNone/>
            </a:pPr>
            <a:r>
              <a:rPr lang="en-US" dirty="0"/>
              <a:t>Reticle Wave:	WAVE014</a:t>
            </a:r>
          </a:p>
          <a:p>
            <a:pPr marL="0" indent="0">
              <a:buNone/>
            </a:pPr>
            <a:r>
              <a:rPr lang="en-US" dirty="0"/>
              <a:t>MPPR:	96</a:t>
            </a:r>
          </a:p>
          <a:p>
            <a:pPr marL="0" indent="0">
              <a:buNone/>
            </a:pPr>
            <a:r>
              <a:rPr lang="en-US" dirty="0"/>
              <a:t>Number of Die in Package:	DDP</a:t>
            </a:r>
          </a:p>
          <a:p>
            <a:pPr marL="0" indent="0">
              <a:buNone/>
            </a:pPr>
            <a:r>
              <a:rPr lang="en-US" dirty="0"/>
              <a:t>Summary Key:	B68S_154/195_DDP_ASSEMBLY_WAVE014_96</a:t>
            </a:r>
          </a:p>
          <a:p>
            <a:pPr marL="0" indent="0">
              <a:buNone/>
            </a:pPr>
            <a:r>
              <a:rPr lang="en-US" dirty="0"/>
              <a:t>Site:	TSTPG</a:t>
            </a:r>
          </a:p>
          <a:p>
            <a:pPr marL="0" indent="0">
              <a:buNone/>
            </a:pPr>
            <a:endParaRPr lang="en-US" dirty="0"/>
          </a:p>
          <a:p>
            <a:pPr marL="0" indent="0">
              <a:buNone/>
            </a:pPr>
            <a:r>
              <a:rPr lang="en-US" dirty="0"/>
              <a:t>Direct link: https://micron.atlassian.net/browse/SPTKNAND-216 </a:t>
            </a:r>
          </a:p>
          <a:p>
            <a:pPr marL="0" indent="0">
              <a:buNone/>
            </a:pPr>
            <a:endParaRPr lang="en-US" dirty="0"/>
          </a:p>
        </p:txBody>
      </p:sp>
      <p:sp>
        <p:nvSpPr>
          <p:cNvPr id="10" name="Title 9">
            <a:extLst>
              <a:ext uri="{FF2B5EF4-FFF2-40B4-BE49-F238E27FC236}">
                <a16:creationId xmlns:a16="http://schemas.microsoft.com/office/drawing/2014/main" id="{67254717-656F-91CF-26EE-681B23C72E2C}"/>
              </a:ext>
            </a:extLst>
          </p:cNvPr>
          <p:cNvSpPr>
            <a:spLocks noGrp="1"/>
          </p:cNvSpPr>
          <p:nvPr>
            <p:ph type="title"/>
          </p:nvPr>
        </p:nvSpPr>
        <p:spPr/>
        <p:txBody>
          <a:bodyPr/>
          <a:lstStyle/>
          <a:p>
            <a:r>
              <a:rPr lang="en-US" dirty="0"/>
              <a:t>Example of Auto Email Notification</a:t>
            </a:r>
          </a:p>
        </p:txBody>
      </p:sp>
    </p:spTree>
    <p:extLst>
      <p:ext uri="{BB962C8B-B14F-4D97-AF65-F5344CB8AC3E}">
        <p14:creationId xmlns:p14="http://schemas.microsoft.com/office/powerpoint/2010/main" val="22503485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structions">
            <a:extLst>
              <a:ext uri="{FF2B5EF4-FFF2-40B4-BE49-F238E27FC236}">
                <a16:creationId xmlns:a16="http://schemas.microsoft.com/office/drawing/2014/main" id="{462A5EBB-1676-96E6-85EE-A77A35A5A6D5}"/>
              </a:ext>
            </a:extLst>
          </p:cNvPr>
          <p:cNvSpPr/>
          <p:nvPr/>
        </p:nvSpPr>
        <p:spPr>
          <a:xfrm>
            <a:off x="9026769" y="5590765"/>
            <a:ext cx="2855302" cy="886968"/>
          </a:xfrm>
          <a:prstGeom prst="rect">
            <a:avLst/>
          </a:prstGeom>
          <a:solidFill>
            <a:srgbClr val="FFCC00"/>
          </a:solidFill>
          <a:ln>
            <a:noFill/>
          </a:ln>
        </p:spPr>
        <p:style>
          <a:lnRef idx="0">
            <a:schemeClr val="accent1"/>
          </a:lnRef>
          <a:fillRef idx="1">
            <a:schemeClr val="accent1"/>
          </a:fillRef>
          <a:effectRef idx="0">
            <a:schemeClr val="dk1"/>
          </a:effectRef>
          <a:fontRef idx="minor">
            <a:schemeClr val="dk1"/>
          </a:fontRef>
        </p:style>
        <p:txBody>
          <a:bodyPr rtlCol="0" anchor="ctr"/>
          <a:lstStyle/>
          <a:p>
            <a:pPr algn="ctr">
              <a:spcBef>
                <a:spcPts val="300"/>
              </a:spcBef>
            </a:pPr>
            <a:r>
              <a:rPr lang="en-US" sz="700" b="1" dirty="0">
                <a:solidFill>
                  <a:srgbClr val="000000"/>
                </a:solidFill>
              </a:rPr>
              <a:t>READ &amp; DELETE BEFORE USING</a:t>
            </a:r>
          </a:p>
          <a:p>
            <a:pPr algn="ctr">
              <a:spcBef>
                <a:spcPts val="300"/>
              </a:spcBef>
            </a:pPr>
            <a:r>
              <a:rPr lang="en-US" sz="700" dirty="0">
                <a:solidFill>
                  <a:srgbClr val="000000"/>
                </a:solidFill>
              </a:rPr>
              <a:t>If needed, update the copyright date and legal notice on the end slide using View &gt; Slide Master. When done, View &gt; Normal. </a:t>
            </a:r>
          </a:p>
          <a:p>
            <a:pPr algn="ctr">
              <a:spcBef>
                <a:spcPts val="300"/>
              </a:spcBef>
            </a:pPr>
            <a:r>
              <a:rPr lang="en-US" sz="700" dirty="0">
                <a:solidFill>
                  <a:srgbClr val="000000"/>
                </a:solidFill>
              </a:rPr>
              <a:t>Both the “End Slide” and “End Slide – Dark Mode” </a:t>
            </a:r>
            <a:br>
              <a:rPr lang="en-US" sz="700" dirty="0">
                <a:solidFill>
                  <a:srgbClr val="000000"/>
                </a:solidFill>
              </a:rPr>
            </a:br>
            <a:r>
              <a:rPr lang="en-US" sz="700" dirty="0">
                <a:solidFill>
                  <a:srgbClr val="000000"/>
                </a:solidFill>
              </a:rPr>
              <a:t>slide masters should be updated consistently.</a:t>
            </a:r>
          </a:p>
        </p:txBody>
      </p:sp>
      <p:sp>
        <p:nvSpPr>
          <p:cNvPr id="5" name="TextBox 4">
            <a:extLst>
              <a:ext uri="{FF2B5EF4-FFF2-40B4-BE49-F238E27FC236}">
                <a16:creationId xmlns:a16="http://schemas.microsoft.com/office/drawing/2014/main" id="{51042025-4AD8-3F69-55AE-5F6300849227}"/>
              </a:ext>
            </a:extLst>
          </p:cNvPr>
          <p:cNvSpPr txBox="1"/>
          <p:nvPr/>
        </p:nvSpPr>
        <p:spPr>
          <a:xfrm>
            <a:off x="4365523" y="1951672"/>
            <a:ext cx="6843251" cy="1477328"/>
          </a:xfrm>
          <a:prstGeom prst="rect">
            <a:avLst/>
          </a:prstGeom>
          <a:noFill/>
        </p:spPr>
        <p:txBody>
          <a:bodyPr wrap="square" lIns="0" tIns="0" rIns="0" bIns="0" rtlCol="0">
            <a:spAutoFit/>
          </a:bodyPr>
          <a:lstStyle/>
          <a:p>
            <a:pPr algn="l">
              <a:lnSpc>
                <a:spcPct val="100000"/>
              </a:lnSpc>
            </a:pPr>
            <a:r>
              <a:rPr lang="en-US" sz="9600" dirty="0"/>
              <a:t>Q&amp;A</a:t>
            </a:r>
          </a:p>
        </p:txBody>
      </p:sp>
    </p:spTree>
    <p:extLst>
      <p:ext uri="{BB962C8B-B14F-4D97-AF65-F5344CB8AC3E}">
        <p14:creationId xmlns:p14="http://schemas.microsoft.com/office/powerpoint/2010/main" val="32376896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structions">
            <a:extLst>
              <a:ext uri="{FF2B5EF4-FFF2-40B4-BE49-F238E27FC236}">
                <a16:creationId xmlns:a16="http://schemas.microsoft.com/office/drawing/2014/main" id="{B1BD7A6B-E603-B6C7-D32A-051B50F04FC2}"/>
              </a:ext>
            </a:extLst>
          </p:cNvPr>
          <p:cNvSpPr/>
          <p:nvPr/>
        </p:nvSpPr>
        <p:spPr>
          <a:xfrm>
            <a:off x="9026769" y="5590765"/>
            <a:ext cx="2855302" cy="886968"/>
          </a:xfrm>
          <a:prstGeom prst="rect">
            <a:avLst/>
          </a:prstGeom>
          <a:solidFill>
            <a:srgbClr val="FFCC00"/>
          </a:solidFill>
          <a:ln>
            <a:noFill/>
          </a:ln>
        </p:spPr>
        <p:style>
          <a:lnRef idx="0">
            <a:schemeClr val="accent1"/>
          </a:lnRef>
          <a:fillRef idx="1">
            <a:schemeClr val="accent1"/>
          </a:fillRef>
          <a:effectRef idx="0">
            <a:schemeClr val="dk1"/>
          </a:effectRef>
          <a:fontRef idx="minor">
            <a:schemeClr val="dk1"/>
          </a:fontRef>
        </p:style>
        <p:txBody>
          <a:bodyPr rtlCol="0" anchor="ctr"/>
          <a:lstStyle/>
          <a:p>
            <a:pPr algn="ctr">
              <a:spcBef>
                <a:spcPts val="300"/>
              </a:spcBef>
            </a:pPr>
            <a:r>
              <a:rPr lang="en-US" sz="700" b="1" dirty="0">
                <a:solidFill>
                  <a:srgbClr val="000000"/>
                </a:solidFill>
              </a:rPr>
              <a:t>READ &amp; DELETE BEFORE USING</a:t>
            </a:r>
          </a:p>
          <a:p>
            <a:pPr algn="ctr">
              <a:spcBef>
                <a:spcPts val="300"/>
              </a:spcBef>
            </a:pPr>
            <a:r>
              <a:rPr lang="en-US" sz="700" dirty="0">
                <a:solidFill>
                  <a:srgbClr val="000000"/>
                </a:solidFill>
              </a:rPr>
              <a:t>If needed, update the copyright date and legal notice on the end slide using View &gt; Slide Master. When done, View &gt; Normal. </a:t>
            </a:r>
          </a:p>
          <a:p>
            <a:pPr algn="ctr">
              <a:spcBef>
                <a:spcPts val="300"/>
              </a:spcBef>
            </a:pPr>
            <a:r>
              <a:rPr lang="en-US" sz="700" dirty="0">
                <a:solidFill>
                  <a:srgbClr val="000000"/>
                </a:solidFill>
              </a:rPr>
              <a:t>Both the “End Slide” and “End Slide – Dark Mode” </a:t>
            </a:r>
            <a:br>
              <a:rPr lang="en-US" sz="700" dirty="0">
                <a:solidFill>
                  <a:srgbClr val="000000"/>
                </a:solidFill>
              </a:rPr>
            </a:br>
            <a:r>
              <a:rPr lang="en-US" sz="700" dirty="0">
                <a:solidFill>
                  <a:srgbClr val="000000"/>
                </a:solidFill>
              </a:rPr>
              <a:t>slide masters should be updated consistently.</a:t>
            </a:r>
          </a:p>
        </p:txBody>
      </p:sp>
    </p:spTree>
    <p:extLst>
      <p:ext uri="{BB962C8B-B14F-4D97-AF65-F5344CB8AC3E}">
        <p14:creationId xmlns:p14="http://schemas.microsoft.com/office/powerpoint/2010/main" val="2315974632"/>
      </p:ext>
    </p:extLst>
  </p:cSld>
  <p:clrMapOvr>
    <a:masterClrMapping/>
  </p:clrMapOvr>
</p:sld>
</file>

<file path=ppt/theme/theme1.xml><?xml version="1.0" encoding="utf-8"?>
<a:theme xmlns:a="http://schemas.openxmlformats.org/drawingml/2006/main" name="Micron">
  <a:themeElements>
    <a:clrScheme name="Custom 1">
      <a:dk1>
        <a:srgbClr val="000000"/>
      </a:dk1>
      <a:lt1>
        <a:srgbClr val="FFFFFF"/>
      </a:lt1>
      <a:dk2>
        <a:srgbClr val="262626"/>
      </a:dk2>
      <a:lt2>
        <a:srgbClr val="F2F2F2"/>
      </a:lt2>
      <a:accent1>
        <a:srgbClr val="BD03F7"/>
      </a:accent1>
      <a:accent2>
        <a:srgbClr val="8C8C8C"/>
      </a:accent2>
      <a:accent3>
        <a:srgbClr val="32C8FF"/>
      </a:accent3>
      <a:accent4>
        <a:srgbClr val="01AB01"/>
      </a:accent4>
      <a:accent5>
        <a:srgbClr val="FF9900"/>
      </a:accent5>
      <a:accent6>
        <a:srgbClr val="2044FF"/>
      </a:accent6>
      <a:hlink>
        <a:srgbClr val="BD03F7"/>
      </a:hlink>
      <a:folHlink>
        <a:srgbClr val="BD03F7"/>
      </a:folHlink>
    </a:clrScheme>
    <a:fontScheme name="Micron Fonts">
      <a:majorFont>
        <a:latin typeface="Arial"/>
        <a:ea typeface=""/>
        <a:cs typeface=""/>
      </a:majorFont>
      <a:minorFont>
        <a:latin typeface="Arial"/>
        <a:ea typeface=""/>
        <a:cs typeface=""/>
      </a:minorFont>
    </a:fontScheme>
    <a:fmtScheme name="Micron Effects">
      <a:fillStyleLst>
        <a:solidFill>
          <a:schemeClr val="phClr"/>
        </a:solidFill>
        <a:solidFill>
          <a:schemeClr val="phClr"/>
        </a:solidFill>
        <a:solidFill>
          <a:schemeClr val="phClr"/>
        </a:solidFill>
      </a:fillStyleLst>
      <a:lnStyleLst>
        <a:ln w="6350" cap="sq" cmpd="sng" algn="ctr">
          <a:solidFill>
            <a:schemeClr val="phClr"/>
          </a:solidFill>
          <a:prstDash val="solid"/>
          <a:miter lim="800000"/>
        </a:ln>
        <a:ln w="6350" cap="sq" cmpd="sng" algn="ctr">
          <a:solidFill>
            <a:schemeClr val="phClr"/>
          </a:solidFill>
          <a:prstDash val="solid"/>
          <a:miter lim="800000"/>
        </a:ln>
        <a:ln w="6350" cap="sq" cmpd="sng" algn="ctr">
          <a:solidFill>
            <a:schemeClr val="phClr"/>
          </a:solidFill>
          <a:prstDash val="solid"/>
          <a:miter lim="800000"/>
        </a:ln>
      </a:lnStyleLst>
      <a:effectStyleLst>
        <a:effectStyle>
          <a:effectLst/>
        </a:effectStyle>
        <a:effectStyle>
          <a:effectLst/>
        </a:effectStyle>
        <a:effectStyle>
          <a:effectLst>
            <a:outerShdw blurRad="127000" dist="63500" dir="2700000" algn="br" rotWithShape="0">
              <a:srgbClr val="000000">
                <a:alpha val="25000"/>
              </a:srgbClr>
            </a:outerShdw>
          </a:effectLst>
        </a:effectStyle>
      </a:effectStyleLst>
      <a:bgFillStyleLst>
        <a:solidFill>
          <a:schemeClr val="phClr"/>
        </a:solidFill>
        <a:solidFill>
          <a:schemeClr val="phClr"/>
        </a:solidFill>
        <a:solidFill>
          <a:schemeClr val="phClr"/>
        </a:solidFill>
      </a:bgFillStyleLst>
    </a:fmtScheme>
  </a:themeElements>
  <a:objectDefaults>
    <a:spDef>
      <a:spPr>
        <a:ln w="6350" cap="sq">
          <a:miter lim="800000"/>
        </a:ln>
      </a:spPr>
      <a:bodyPr/>
      <a:lstStyle>
        <a:defPPr algn="ctr">
          <a:lnSpc>
            <a:spcPct val="100000"/>
          </a:lnSpc>
          <a:defRPr sz="1800"/>
        </a:defPPr>
      </a:lstStyle>
      <a:style>
        <a:lnRef idx="0">
          <a:schemeClr val="tx1"/>
        </a:lnRef>
        <a:fillRef idx="1">
          <a:schemeClr val="tx1"/>
        </a:fillRef>
        <a:effectRef idx="0">
          <a:srgbClr val="000000"/>
        </a:effectRef>
        <a:fontRef idx="minor">
          <a:schemeClr val="bg1"/>
        </a:fontRef>
      </a:style>
    </a:spDef>
    <a:lnDef>
      <a:spPr>
        <a:ln w="6350" cap="sq">
          <a:miter lim="800000"/>
        </a:ln>
      </a:spPr>
      <a:bodyPr/>
      <a:lstStyle/>
      <a:style>
        <a:lnRef idx="1">
          <a:schemeClr val="tx1"/>
        </a:lnRef>
        <a:fillRef idx="0">
          <a:schemeClr val="tx1"/>
        </a:fillRef>
        <a:effectRef idx="0">
          <a:srgbClr val="000000"/>
        </a:effectRef>
        <a:fontRef idx="minor">
          <a:schemeClr val="bg1"/>
        </a:fontRef>
      </a:style>
    </a:lnDef>
    <a:txDef>
      <a:spPr>
        <a:noFill/>
      </a:spPr>
      <a:bodyPr wrap="square" lIns="0" tIns="0" rIns="0" bIns="0" rtlCol="0">
        <a:spAutoFit/>
      </a:bodyPr>
      <a:lstStyle>
        <a:defPPr algn="l">
          <a:lnSpc>
            <a:spcPct val="100000"/>
          </a:lnSpc>
          <a:defRPr sz="1800" dirty="0" err="1" smtClean="0"/>
        </a:defPPr>
      </a:lstStyle>
    </a:txDef>
  </a:objectDefaults>
  <a:extraClrSchemeLst/>
  <a:custClrLst>
    <a:custClr name="White">
      <a:srgbClr val="FFFFFF"/>
    </a:custClr>
    <a:custClr name="Black">
      <a:srgbClr val="000000"/>
    </a:custClr>
    <a:custClr name="Purple A">
      <a:srgbClr val="BD03F7"/>
    </a:custClr>
    <a:custClr name="Purple B">
      <a:srgbClr val="FF8CFF"/>
    </a:custClr>
    <a:custClr name="Purple C">
      <a:srgbClr val="FCCAFA"/>
    </a:custClr>
    <a:custClr name="Gray A">
      <a:srgbClr val="262626"/>
    </a:custClr>
    <a:custClr name="Gray B">
      <a:srgbClr val="4D4D4D"/>
    </a:custClr>
    <a:custClr name="Gray C">
      <a:srgbClr val="8C8C8C"/>
    </a:custClr>
    <a:custClr name="Gray D">
      <a:srgbClr val="BFBFBF"/>
    </a:custClr>
    <a:custClr name="Gray E">
      <a:srgbClr val="E6E6E6"/>
    </a:custClr>
    <a:custClr name="Gray F">
      <a:srgbClr val="F2F2F2"/>
    </a:custClr>
    <a:custClr name="Blue A">
      <a:srgbClr val="2044FF"/>
    </a:custClr>
    <a:custClr name="Blue B">
      <a:srgbClr val="32C8FF"/>
    </a:custClr>
    <a:custClr name="Blue C">
      <a:srgbClr val="96FAFC"/>
    </a:custClr>
    <a:custClr name="Green A">
      <a:srgbClr val="01AB01"/>
    </a:custClr>
    <a:custClr name="Green B">
      <a:srgbClr val="78F05A"/>
    </a:custClr>
    <a:custClr name="Green C">
      <a:srgbClr val="B6FCB4"/>
    </a:custClr>
    <a:custClr name="Gold A">
      <a:srgbClr val="FF9900"/>
    </a:custClr>
    <a:custClr name="Gold B">
      <a:srgbClr val="FFCC00"/>
    </a:custClr>
    <a:custClr name="Gold C">
      <a:srgbClr val="FFEC32"/>
    </a:custClr>
    <a:custClr name="Semiotic Green">
      <a:srgbClr val="00891C"/>
    </a:custClr>
    <a:custClr name="Semiotic Yellow">
      <a:srgbClr val="FFDE00"/>
    </a:custClr>
    <a:custClr name="Semiotic Red">
      <a:srgbClr val="EC0B00"/>
    </a:custClr>
  </a:custClrLst>
  <a:extLst>
    <a:ext uri="{05A4C25C-085E-4340-85A3-A5531E510DB2}">
      <thm15:themeFamily xmlns:thm15="http://schemas.microsoft.com/office/thememl/2012/main" name="Blank.potx" id="{20DB58A5-9B5F-4CBF-BC08-532B7CDE0172}" vid="{691099E8-08AE-4C81-BCD1-C6E7177F396F}"/>
    </a:ext>
  </a:extLst>
</a:theme>
</file>

<file path=ppt/theme/theme2.xml><?xml version="1.0" encoding="utf-8"?>
<a:theme xmlns:a="http://schemas.openxmlformats.org/drawingml/2006/main" name="Micron">
  <a:themeElements>
    <a:clrScheme name="Micron Colors">
      <a:dk1>
        <a:srgbClr val="000000"/>
      </a:dk1>
      <a:lt1>
        <a:srgbClr val="FFFFFF"/>
      </a:lt1>
      <a:dk2>
        <a:srgbClr val="262626"/>
      </a:dk2>
      <a:lt2>
        <a:srgbClr val="F2F2F2"/>
      </a:lt2>
      <a:accent1>
        <a:srgbClr val="BD03F7"/>
      </a:accent1>
      <a:accent2>
        <a:srgbClr val="8C8C8C"/>
      </a:accent2>
      <a:accent3>
        <a:srgbClr val="32C8FF"/>
      </a:accent3>
      <a:accent4>
        <a:srgbClr val="01AB01"/>
      </a:accent4>
      <a:accent5>
        <a:srgbClr val="FFCC00"/>
      </a:accent5>
      <a:accent6>
        <a:srgbClr val="2044FF"/>
      </a:accent6>
      <a:hlink>
        <a:srgbClr val="BD03F7"/>
      </a:hlink>
      <a:folHlink>
        <a:srgbClr val="BD03F7"/>
      </a:folHlink>
    </a:clrScheme>
    <a:fontScheme name="Micron Fonts">
      <a:majorFont>
        <a:latin typeface="Arial"/>
        <a:ea typeface=""/>
        <a:cs typeface=""/>
      </a:majorFont>
      <a:minorFont>
        <a:latin typeface="Arial"/>
        <a:ea typeface=""/>
        <a:cs typeface=""/>
      </a:minorFont>
    </a:fontScheme>
    <a:fmtScheme name="Micron Effects">
      <a:fillStyleLst>
        <a:solidFill>
          <a:schemeClr val="phClr"/>
        </a:solidFill>
        <a:solidFill>
          <a:schemeClr val="phClr"/>
        </a:solidFill>
        <a:solidFill>
          <a:schemeClr val="phClr"/>
        </a:solidFill>
      </a:fillStyleLst>
      <a:lnStyleLst>
        <a:ln w="6350" cap="sq" cmpd="sng" algn="ctr">
          <a:solidFill>
            <a:schemeClr val="phClr"/>
          </a:solidFill>
          <a:prstDash val="solid"/>
          <a:miter lim="800000"/>
        </a:ln>
        <a:ln w="6350" cap="sq" cmpd="sng" algn="ctr">
          <a:solidFill>
            <a:schemeClr val="phClr"/>
          </a:solidFill>
          <a:prstDash val="solid"/>
          <a:miter lim="800000"/>
        </a:ln>
        <a:ln w="6350" cap="sq" cmpd="sng" algn="ctr">
          <a:solidFill>
            <a:schemeClr val="phClr"/>
          </a:solidFill>
          <a:prstDash val="solid"/>
          <a:miter lim="800000"/>
        </a:ln>
      </a:lnStyleLst>
      <a:effectStyleLst>
        <a:effectStyle>
          <a:effectLst/>
        </a:effectStyle>
        <a:effectStyle>
          <a:effectLst/>
        </a:effectStyle>
        <a:effectStyle>
          <a:effectLst>
            <a:outerShdw blurRad="127000" dist="63500" dir="2700000" algn="br" rotWithShape="0">
              <a:srgbClr val="000000">
                <a:alpha val="25000"/>
              </a:srgbClr>
            </a:outerShdw>
          </a:effectLst>
        </a:effectStyle>
      </a:effectStyleLst>
      <a:bgFillStyleLst>
        <a:solidFill>
          <a:schemeClr val="phClr"/>
        </a:solidFill>
        <a:solidFill>
          <a:schemeClr val="phClr"/>
        </a:solidFill>
        <a:solidFill>
          <a:schemeClr val="phClr"/>
        </a:solidFill>
      </a:bgFillStyleLst>
    </a:fmtScheme>
  </a:themeElements>
  <a:objectDefaults>
    <a:spDef>
      <a:spPr>
        <a:ln w="6350" cap="sq">
          <a:miter lim="800000"/>
        </a:ln>
      </a:spPr>
      <a:bodyPr/>
      <a:lstStyle>
        <a:defPPr algn="ctr">
          <a:lnSpc>
            <a:spcPct val="100000"/>
          </a:lnSpc>
          <a:defRPr sz="1800"/>
        </a:defPPr>
      </a:lstStyle>
      <a:style>
        <a:lnRef idx="0">
          <a:schemeClr val="tx1"/>
        </a:lnRef>
        <a:fillRef idx="1">
          <a:schemeClr val="tx1"/>
        </a:fillRef>
        <a:effectRef idx="0">
          <a:srgbClr val="000000"/>
        </a:effectRef>
        <a:fontRef idx="minor">
          <a:schemeClr val="bg1"/>
        </a:fontRef>
      </a:style>
    </a:spDef>
    <a:lnDef>
      <a:spPr>
        <a:ln w="6350" cap="sq">
          <a:miter lim="800000"/>
        </a:ln>
      </a:spPr>
      <a:bodyPr/>
      <a:lstStyle/>
      <a:style>
        <a:lnRef idx="1">
          <a:schemeClr val="tx1"/>
        </a:lnRef>
        <a:fillRef idx="0">
          <a:schemeClr val="tx1"/>
        </a:fillRef>
        <a:effectRef idx="0">
          <a:srgbClr val="000000"/>
        </a:effectRef>
        <a:fontRef idx="minor">
          <a:schemeClr val="bg1"/>
        </a:fontRef>
      </a:style>
    </a:lnDef>
    <a:txDef>
      <a:spPr>
        <a:noFill/>
      </a:spPr>
      <a:bodyPr wrap="square" lIns="0" tIns="0" rIns="0" bIns="0" rtlCol="0">
        <a:noAutofit/>
      </a:bodyPr>
      <a:lstStyle>
        <a:defPPr>
          <a:lnSpc>
            <a:spcPct val="100000"/>
          </a:lnSpc>
          <a:defRPr sz="1800"/>
        </a:defPPr>
      </a:lstStyle>
    </a:txDef>
  </a:objectDefaults>
  <a:extraClrSchemeLst/>
  <a:custClrLst>
    <a:custClr name="White">
      <a:srgbClr val="FFFFFF"/>
    </a:custClr>
    <a:custClr name="Black">
      <a:srgbClr val="000000"/>
    </a:custClr>
    <a:custClr name="Purple A">
      <a:srgbClr val="BD03F7"/>
    </a:custClr>
    <a:custClr name="Purple B">
      <a:srgbClr val="FF8CFF"/>
    </a:custClr>
    <a:custClr name="Purple C">
      <a:srgbClr val="FCCAFA"/>
    </a:custClr>
    <a:custClr name="Gray A">
      <a:srgbClr val="262626"/>
    </a:custClr>
    <a:custClr name="Gray B">
      <a:srgbClr val="4D4D4D"/>
    </a:custClr>
    <a:custClr name="Gray C">
      <a:srgbClr val="8C8C8C"/>
    </a:custClr>
    <a:custClr name="Gray D">
      <a:srgbClr val="BFBFBF"/>
    </a:custClr>
    <a:custClr name="Gray E">
      <a:srgbClr val="E6E6E6"/>
    </a:custClr>
    <a:custClr name="Gray F">
      <a:srgbClr val="F2F2F2"/>
    </a:custClr>
    <a:custClr name="Blue A">
      <a:srgbClr val="2044FF"/>
    </a:custClr>
    <a:custClr name="Blue B">
      <a:srgbClr val="32C8FF"/>
    </a:custClr>
    <a:custClr name="Blue C">
      <a:srgbClr val="96FAFC"/>
    </a:custClr>
    <a:custClr name="Green A">
      <a:srgbClr val="01AB01"/>
    </a:custClr>
    <a:custClr name="Green B">
      <a:srgbClr val="78F05A"/>
    </a:custClr>
    <a:custClr name="Green C">
      <a:srgbClr val="B6FCB4"/>
    </a:custClr>
    <a:custClr name="Gold A">
      <a:srgbClr val="FF9900"/>
    </a:custClr>
    <a:custClr name="Gold B">
      <a:srgbClr val="FFCC00"/>
    </a:custClr>
    <a:custClr name="Gold C">
      <a:srgbClr val="FFEC32"/>
    </a:custClr>
    <a:custClr name="Semiotic Green">
      <a:srgbClr val="00891C"/>
    </a:custClr>
    <a:custClr name="Semiotic Yellow">
      <a:srgbClr val="FFDE00"/>
    </a:custClr>
    <a:custClr name="Semiotic Red">
      <a:srgbClr val="EC0B00"/>
    </a:custClr>
  </a:custClrLst>
</a:theme>
</file>

<file path=ppt/theme/theme3.xml><?xml version="1.0" encoding="utf-8"?>
<a:theme xmlns:a="http://schemas.openxmlformats.org/drawingml/2006/main" name="Micron">
  <a:themeElements>
    <a:clrScheme name="Micron Colors">
      <a:dk1>
        <a:srgbClr val="000000"/>
      </a:dk1>
      <a:lt1>
        <a:srgbClr val="FFFFFF"/>
      </a:lt1>
      <a:dk2>
        <a:srgbClr val="262626"/>
      </a:dk2>
      <a:lt2>
        <a:srgbClr val="F2F2F2"/>
      </a:lt2>
      <a:accent1>
        <a:srgbClr val="BD03F7"/>
      </a:accent1>
      <a:accent2>
        <a:srgbClr val="8C8C8C"/>
      </a:accent2>
      <a:accent3>
        <a:srgbClr val="32C8FF"/>
      </a:accent3>
      <a:accent4>
        <a:srgbClr val="01AB01"/>
      </a:accent4>
      <a:accent5>
        <a:srgbClr val="FFCC00"/>
      </a:accent5>
      <a:accent6>
        <a:srgbClr val="2044FF"/>
      </a:accent6>
      <a:hlink>
        <a:srgbClr val="BD03F7"/>
      </a:hlink>
      <a:folHlink>
        <a:srgbClr val="BD03F7"/>
      </a:folHlink>
    </a:clrScheme>
    <a:fontScheme name="Micron Fonts">
      <a:majorFont>
        <a:latin typeface="Arial"/>
        <a:ea typeface=""/>
        <a:cs typeface=""/>
      </a:majorFont>
      <a:minorFont>
        <a:latin typeface="Arial"/>
        <a:ea typeface=""/>
        <a:cs typeface=""/>
      </a:minorFont>
    </a:fontScheme>
    <a:fmtScheme name="Micron Effects">
      <a:fillStyleLst>
        <a:solidFill>
          <a:schemeClr val="phClr"/>
        </a:solidFill>
        <a:solidFill>
          <a:schemeClr val="phClr"/>
        </a:solidFill>
        <a:solidFill>
          <a:schemeClr val="phClr"/>
        </a:solidFill>
      </a:fillStyleLst>
      <a:lnStyleLst>
        <a:ln w="6350" cap="sq" cmpd="sng" algn="ctr">
          <a:solidFill>
            <a:schemeClr val="phClr"/>
          </a:solidFill>
          <a:prstDash val="solid"/>
          <a:miter lim="800000"/>
        </a:ln>
        <a:ln w="6350" cap="sq" cmpd="sng" algn="ctr">
          <a:solidFill>
            <a:schemeClr val="phClr"/>
          </a:solidFill>
          <a:prstDash val="solid"/>
          <a:miter lim="800000"/>
        </a:ln>
        <a:ln w="6350" cap="sq" cmpd="sng" algn="ctr">
          <a:solidFill>
            <a:schemeClr val="phClr"/>
          </a:solidFill>
          <a:prstDash val="solid"/>
          <a:miter lim="800000"/>
        </a:ln>
      </a:lnStyleLst>
      <a:effectStyleLst>
        <a:effectStyle>
          <a:effectLst/>
        </a:effectStyle>
        <a:effectStyle>
          <a:effectLst/>
        </a:effectStyle>
        <a:effectStyle>
          <a:effectLst>
            <a:outerShdw blurRad="127000" dist="63500" dir="2700000" algn="br" rotWithShape="0">
              <a:srgbClr val="000000">
                <a:alpha val="25000"/>
              </a:srgbClr>
            </a:outerShdw>
          </a:effectLst>
        </a:effectStyle>
      </a:effectStyleLst>
      <a:bgFillStyleLst>
        <a:solidFill>
          <a:schemeClr val="phClr"/>
        </a:solidFill>
        <a:solidFill>
          <a:schemeClr val="phClr"/>
        </a:solidFill>
        <a:solidFill>
          <a:schemeClr val="phClr"/>
        </a:solidFill>
      </a:bgFillStyleLst>
    </a:fmtScheme>
  </a:themeElements>
  <a:objectDefaults>
    <a:spDef>
      <a:spPr>
        <a:ln w="6350" cap="sq">
          <a:miter lim="800000"/>
        </a:ln>
      </a:spPr>
      <a:bodyPr/>
      <a:lstStyle>
        <a:defPPr algn="ctr">
          <a:lnSpc>
            <a:spcPct val="100000"/>
          </a:lnSpc>
          <a:defRPr sz="1800"/>
        </a:defPPr>
      </a:lstStyle>
      <a:style>
        <a:lnRef idx="0">
          <a:schemeClr val="tx1"/>
        </a:lnRef>
        <a:fillRef idx="1">
          <a:schemeClr val="tx1"/>
        </a:fillRef>
        <a:effectRef idx="0">
          <a:srgbClr val="000000"/>
        </a:effectRef>
        <a:fontRef idx="minor">
          <a:schemeClr val="bg1"/>
        </a:fontRef>
      </a:style>
    </a:spDef>
    <a:lnDef>
      <a:spPr>
        <a:ln w="6350" cap="sq">
          <a:miter lim="800000"/>
        </a:ln>
      </a:spPr>
      <a:bodyPr/>
      <a:lstStyle/>
      <a:style>
        <a:lnRef idx="1">
          <a:schemeClr val="tx1"/>
        </a:lnRef>
        <a:fillRef idx="0">
          <a:schemeClr val="tx1"/>
        </a:fillRef>
        <a:effectRef idx="0">
          <a:srgbClr val="000000"/>
        </a:effectRef>
        <a:fontRef idx="minor">
          <a:schemeClr val="bg1"/>
        </a:fontRef>
      </a:style>
    </a:lnDef>
    <a:txDef>
      <a:spPr>
        <a:noFill/>
      </a:spPr>
      <a:bodyPr wrap="square" lIns="0" tIns="0" rIns="0" bIns="0" rtlCol="0">
        <a:noAutofit/>
      </a:bodyPr>
      <a:lstStyle>
        <a:defPPr>
          <a:lnSpc>
            <a:spcPct val="100000"/>
          </a:lnSpc>
          <a:defRPr sz="1800"/>
        </a:defPPr>
      </a:lstStyle>
    </a:txDef>
  </a:objectDefaults>
  <a:extraClrSchemeLst/>
  <a:custClrLst>
    <a:custClr name="White">
      <a:srgbClr val="FFFFFF"/>
    </a:custClr>
    <a:custClr name="Black">
      <a:srgbClr val="000000"/>
    </a:custClr>
    <a:custClr name="Purple A">
      <a:srgbClr val="BD03F7"/>
    </a:custClr>
    <a:custClr name="Purple B">
      <a:srgbClr val="FF8CFF"/>
    </a:custClr>
    <a:custClr name="Purple C">
      <a:srgbClr val="FCCAFA"/>
    </a:custClr>
    <a:custClr name="Gray A">
      <a:srgbClr val="262626"/>
    </a:custClr>
    <a:custClr name="Gray B">
      <a:srgbClr val="4D4D4D"/>
    </a:custClr>
    <a:custClr name="Gray C">
      <a:srgbClr val="8C8C8C"/>
    </a:custClr>
    <a:custClr name="Gray D">
      <a:srgbClr val="BFBFBF"/>
    </a:custClr>
    <a:custClr name="Gray E">
      <a:srgbClr val="E6E6E6"/>
    </a:custClr>
    <a:custClr name="Gray F">
      <a:srgbClr val="F2F2F2"/>
    </a:custClr>
    <a:custClr name="Blue A">
      <a:srgbClr val="2044FF"/>
    </a:custClr>
    <a:custClr name="Blue B">
      <a:srgbClr val="32C8FF"/>
    </a:custClr>
    <a:custClr name="Blue C">
      <a:srgbClr val="96FAFC"/>
    </a:custClr>
    <a:custClr name="Green A">
      <a:srgbClr val="01AB01"/>
    </a:custClr>
    <a:custClr name="Green B">
      <a:srgbClr val="78F05A"/>
    </a:custClr>
    <a:custClr name="Green C">
      <a:srgbClr val="B6FCB4"/>
    </a:custClr>
    <a:custClr name="Gold A">
      <a:srgbClr val="FF9900"/>
    </a:custClr>
    <a:custClr name="Gold B">
      <a:srgbClr val="FFCC00"/>
    </a:custClr>
    <a:custClr name="Gold C">
      <a:srgbClr val="FFEC32"/>
    </a:custClr>
    <a:custClr name="Semiotic Green">
      <a:srgbClr val="00891C"/>
    </a:custClr>
    <a:custClr name="Semiotic Yellow">
      <a:srgbClr val="FFDE00"/>
    </a:custClr>
    <a:custClr name="Semiotic Red">
      <a:srgbClr val="EC0B00"/>
    </a:custClr>
  </a:custClr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5F1A5B3B-FC7C-6B4A-9F92-50D5BA24EF06}">
  <we:reference id="b0430364-2ab6-47cd-907e-f8b72239b204" version="3.19.222.0" store="EXCatalog" storeType="EXCatalog"/>
  <we:alternateReferences>
    <we:reference id="WA200000729" version="3.19.222.0" store="en-US"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E1454C6C4DF484BB7E354F0133B2527" ma:contentTypeVersion="15" ma:contentTypeDescription="Create a new document." ma:contentTypeScope="" ma:versionID="3d797868a652486800ab0a8d76ea5ba2">
  <xsd:schema xmlns:xsd="http://www.w3.org/2001/XMLSchema" xmlns:xs="http://www.w3.org/2001/XMLSchema" xmlns:p="http://schemas.microsoft.com/office/2006/metadata/properties" xmlns:ns2="373dee95-3004-4e58-b400-fc9a330598fa" xmlns:ns3="f6b577cd-6e64-4f00-a024-38a5e216943f" targetNamespace="http://schemas.microsoft.com/office/2006/metadata/properties" ma:root="true" ma:fieldsID="a51a2154010bb654d69a56a30ab7fc95" ns2:_="" ns3:_="">
    <xsd:import namespace="373dee95-3004-4e58-b400-fc9a330598fa"/>
    <xsd:import namespace="f6b577cd-6e64-4f00-a024-38a5e216943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MediaServiceLocation"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73dee95-3004-4e58-b400-fc9a330598f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4c9ac5c9-3891-4418-8e3e-3c86a1f99d44"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6b577cd-6e64-4f00-a024-38a5e216943f"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0401ee5e-f1c1-480f-96b5-a2a1844dc208}" ma:internalName="TaxCatchAll" ma:showField="CatchAllData" ma:web="f6b577cd-6e64-4f00-a024-38a5e216943f">
      <xsd:complexType>
        <xsd:complexContent>
          <xsd:extension base="dms:MultiChoiceLookup">
            <xsd:sequence>
              <xsd:element name="Value" type="dms:Lookup" maxOccurs="unbounded" minOccurs="0" nillable="true"/>
            </xsd:sequence>
          </xsd:extension>
        </xsd:complexContent>
      </xsd:complexType>
    </xsd:element>
    <xsd:element name="SharedWithUsers" ma:index="2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f6b577cd-6e64-4f00-a024-38a5e216943f" xsi:nil="true"/>
    <lcf76f155ced4ddcb4097134ff3c332f xmlns="373dee95-3004-4e58-b400-fc9a330598fa">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13B2785-DC69-423C-8096-F103C75DE82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73dee95-3004-4e58-b400-fc9a330598fa"/>
    <ds:schemaRef ds:uri="f6b577cd-6e64-4f00-a024-38a5e216943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210B64C-2D98-49DF-A0BE-639DCBC582D6}">
  <ds:schemaRefs>
    <ds:schemaRef ds:uri="373dee95-3004-4e58-b400-fc9a330598fa"/>
    <ds:schemaRef ds:uri="http://schemas.microsoft.com/office/2006/documentManagement/types"/>
    <ds:schemaRef ds:uri="http://schemas.microsoft.com/office/infopath/2007/PartnerControls"/>
    <ds:schemaRef ds:uri="http://purl.org/dc/elements/1.1/"/>
    <ds:schemaRef ds:uri="http://purl.org/dc/terms/"/>
    <ds:schemaRef ds:uri="f6b577cd-6e64-4f00-a024-38a5e216943f"/>
    <ds:schemaRef ds:uri="http://schemas.openxmlformats.org/package/2006/metadata/core-properties"/>
    <ds:schemaRef ds:uri="http://schemas.microsoft.com/office/2006/metadata/properties"/>
    <ds:schemaRef ds:uri="http://www.w3.org/XML/1998/namespace"/>
    <ds:schemaRef ds:uri="http://purl.org/dc/dcmitype/"/>
  </ds:schemaRefs>
</ds:datastoreItem>
</file>

<file path=customXml/itemProps3.xml><?xml version="1.0" encoding="utf-8"?>
<ds:datastoreItem xmlns:ds="http://schemas.openxmlformats.org/officeDocument/2006/customXml" ds:itemID="{D6F7D784-B287-493B-96EC-6DAAC458EB36}">
  <ds:schemaRefs>
    <ds:schemaRef ds:uri="http://schemas.microsoft.com/sharepoint/v3/contenttype/forms"/>
  </ds:schemaRefs>
</ds:datastoreItem>
</file>

<file path=docMetadata/LabelInfo.xml><?xml version="1.0" encoding="utf-8"?>
<clbl:labelList xmlns:clbl="http://schemas.microsoft.com/office/2020/mipLabelMetadata">
  <clbl:label id="{37874100-6000-43b6-a204-2d77792600b9}" enabled="1" method="Privileged" siteId="{f38a5ecd-2813-4862-b11b-ac1d563c806f}" removed="0"/>
</clbl:labelList>
</file>

<file path=docProps/app.xml><?xml version="1.0" encoding="utf-8"?>
<Properties xmlns="http://schemas.openxmlformats.org/officeDocument/2006/extended-properties" xmlns:vt="http://schemas.openxmlformats.org/officeDocument/2006/docPropsVTypes">
  <Template>blank</Template>
  <TotalTime>340</TotalTime>
  <Words>649</Words>
  <Application>Microsoft Office PowerPoint</Application>
  <PresentationFormat>Widescreen</PresentationFormat>
  <Paragraphs>93</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Verdana</vt:lpstr>
      <vt:lpstr>Micron</vt:lpstr>
      <vt:lpstr>Jira Automation Create Issue by REST API</vt:lpstr>
      <vt:lpstr>Background</vt:lpstr>
      <vt:lpstr>PowerPoint Presentation</vt:lpstr>
      <vt:lpstr>Benefit</vt:lpstr>
      <vt:lpstr>Technical Review- What is REST API</vt:lpstr>
      <vt:lpstr>Technical Review- Structure </vt:lpstr>
      <vt:lpstr>Example of Auto Email Notification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Wee Yap Kok</dc:creator>
  <cp:keywords/>
  <dc:description/>
  <cp:lastModifiedBy>Wee Yap Kok</cp:lastModifiedBy>
  <cp:revision>8</cp:revision>
  <dcterms:created xsi:type="dcterms:W3CDTF">2026-01-21T01:45:49Z</dcterms:created>
  <dcterms:modified xsi:type="dcterms:W3CDTF">2026-01-21T07:28:12Z</dcterms:modified>
  <cp:category/>
  <cp:version>02</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37874100-6000-43b6-a204-2d77792600b9_Enabled">
    <vt:lpwstr>true</vt:lpwstr>
  </property>
  <property fmtid="{D5CDD505-2E9C-101B-9397-08002B2CF9AE}" pid="3" name="MSIP_Label_37874100-6000-43b6-a204-2d77792600b9_SetDate">
    <vt:lpwstr>2023-03-07T21:18:32Z</vt:lpwstr>
  </property>
  <property fmtid="{D5CDD505-2E9C-101B-9397-08002B2CF9AE}" pid="4" name="MSIP_Label_37874100-6000-43b6-a204-2d77792600b9_Method">
    <vt:lpwstr>Privileged</vt:lpwstr>
  </property>
  <property fmtid="{D5CDD505-2E9C-101B-9397-08002B2CF9AE}" pid="5" name="MSIP_Label_37874100-6000-43b6-a204-2d77792600b9_Name">
    <vt:lpwstr>Confidential</vt:lpwstr>
  </property>
  <property fmtid="{D5CDD505-2E9C-101B-9397-08002B2CF9AE}" pid="6" name="MSIP_Label_37874100-6000-43b6-a204-2d77792600b9_SiteId">
    <vt:lpwstr>f38a5ecd-2813-4862-b11b-ac1d563c806f</vt:lpwstr>
  </property>
  <property fmtid="{D5CDD505-2E9C-101B-9397-08002B2CF9AE}" pid="7" name="MSIP_Label_37874100-6000-43b6-a204-2d77792600b9_ActionId">
    <vt:lpwstr>c55e40c3-190f-46c8-9415-ba41091f940c</vt:lpwstr>
  </property>
  <property fmtid="{D5CDD505-2E9C-101B-9397-08002B2CF9AE}" pid="8" name="MSIP_Label_37874100-6000-43b6-a204-2d77792600b9_ContentBits">
    <vt:lpwstr>3</vt:lpwstr>
  </property>
  <property fmtid="{D5CDD505-2E9C-101B-9397-08002B2CF9AE}" pid="9" name="ClassificationContentMarkingHeaderLocations">
    <vt:lpwstr>Micron:7</vt:lpwstr>
  </property>
  <property fmtid="{D5CDD505-2E9C-101B-9397-08002B2CF9AE}" pid="10" name="ClassificationContentMarkingHeaderText">
    <vt:lpwstr>Micron Confidential</vt:lpwstr>
  </property>
  <property fmtid="{D5CDD505-2E9C-101B-9397-08002B2CF9AE}" pid="11" name="ContentTypeId">
    <vt:lpwstr>0x010100BE1454C6C4DF484BB7E354F0133B2527</vt:lpwstr>
  </property>
  <property fmtid="{D5CDD505-2E9C-101B-9397-08002B2CF9AE}" pid="12" name="MediaServiceImageTags">
    <vt:lpwstr/>
  </property>
  <property fmtid="{D5CDD505-2E9C-101B-9397-08002B2CF9AE}" pid="13" name="MSIP_Label_8e19d756-792e-42a1-bcad-4cb9051ddd2d_Enabled">
    <vt:lpwstr>true</vt:lpwstr>
  </property>
  <property fmtid="{D5CDD505-2E9C-101B-9397-08002B2CF9AE}" pid="14" name="MSIP_Label_8e19d756-792e-42a1-bcad-4cb9051ddd2d_SetDate">
    <vt:lpwstr>2025-01-07T15:51:17Z</vt:lpwstr>
  </property>
  <property fmtid="{D5CDD505-2E9C-101B-9397-08002B2CF9AE}" pid="15" name="MSIP_Label_8e19d756-792e-42a1-bcad-4cb9051ddd2d_Method">
    <vt:lpwstr>Standard</vt:lpwstr>
  </property>
  <property fmtid="{D5CDD505-2E9C-101B-9397-08002B2CF9AE}" pid="16" name="MSIP_Label_8e19d756-792e-42a1-bcad-4cb9051ddd2d_Name">
    <vt:lpwstr>Confidential</vt:lpwstr>
  </property>
  <property fmtid="{D5CDD505-2E9C-101B-9397-08002B2CF9AE}" pid="17" name="MSIP_Label_8e19d756-792e-42a1-bcad-4cb9051ddd2d_SiteId">
    <vt:lpwstr>41eb501a-f671-4ce0-a5bf-b64168c3705f</vt:lpwstr>
  </property>
  <property fmtid="{D5CDD505-2E9C-101B-9397-08002B2CF9AE}" pid="18" name="MSIP_Label_8e19d756-792e-42a1-bcad-4cb9051ddd2d_ActionId">
    <vt:lpwstr>f41914a7-38f9-4a23-8387-8a0d10a90b2a</vt:lpwstr>
  </property>
  <property fmtid="{D5CDD505-2E9C-101B-9397-08002B2CF9AE}" pid="19" name="MSIP_Label_8e19d756-792e-42a1-bcad-4cb9051ddd2d_ContentBits">
    <vt:lpwstr>2</vt:lpwstr>
  </property>
  <property fmtid="{D5CDD505-2E9C-101B-9397-08002B2CF9AE}" pid="20" name="ClassificationContentMarkingFooterLocations">
    <vt:lpwstr>Micron:8</vt:lpwstr>
  </property>
  <property fmtid="{D5CDD505-2E9C-101B-9397-08002B2CF9AE}" pid="21" name="ClassificationContentMarkingFooterText">
    <vt:lpwstr>Confidential - Not for Public Consumption or Distribution</vt:lpwstr>
  </property>
</Properties>
</file>